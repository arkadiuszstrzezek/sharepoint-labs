
<file path=[Content_Types].xml><?xml version="1.0" encoding="utf-8"?>
<Types xmlns="http://schemas.openxmlformats.org/package/2006/content-types">
  <Default Extension="gif" ContentType="image/gif"/>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3" r:id="rId5"/>
    <p:sldMasterId id="2147483675" r:id="rId6"/>
  </p:sldMasterIdLst>
  <p:notesMasterIdLst>
    <p:notesMasterId r:id="rId117"/>
  </p:notesMasterIdLst>
  <p:sldIdLst>
    <p:sldId id="260" r:id="rId7"/>
    <p:sldId id="261" r:id="rId8"/>
    <p:sldId id="6043" r:id="rId9"/>
    <p:sldId id="256" r:id="rId10"/>
    <p:sldId id="271" r:id="rId11"/>
    <p:sldId id="325" r:id="rId12"/>
    <p:sldId id="328" r:id="rId13"/>
    <p:sldId id="326" r:id="rId14"/>
    <p:sldId id="327" r:id="rId15"/>
    <p:sldId id="324" r:id="rId16"/>
    <p:sldId id="262" r:id="rId17"/>
    <p:sldId id="282" r:id="rId18"/>
    <p:sldId id="283" r:id="rId19"/>
    <p:sldId id="284" r:id="rId20"/>
    <p:sldId id="285" r:id="rId21"/>
    <p:sldId id="286" r:id="rId22"/>
    <p:sldId id="287" r:id="rId23"/>
    <p:sldId id="6044" r:id="rId24"/>
    <p:sldId id="272" r:id="rId25"/>
    <p:sldId id="263" r:id="rId26"/>
    <p:sldId id="288" r:id="rId27"/>
    <p:sldId id="289" r:id="rId28"/>
    <p:sldId id="290" r:id="rId29"/>
    <p:sldId id="291" r:id="rId30"/>
    <p:sldId id="292" r:id="rId31"/>
    <p:sldId id="293" r:id="rId32"/>
    <p:sldId id="294" r:id="rId33"/>
    <p:sldId id="295" r:id="rId34"/>
    <p:sldId id="296" r:id="rId35"/>
    <p:sldId id="6026" r:id="rId36"/>
    <p:sldId id="329" r:id="rId37"/>
    <p:sldId id="6036" r:id="rId38"/>
    <p:sldId id="297" r:id="rId39"/>
    <p:sldId id="298" r:id="rId40"/>
    <p:sldId id="299" r:id="rId41"/>
    <p:sldId id="300" r:id="rId42"/>
    <p:sldId id="301" r:id="rId43"/>
    <p:sldId id="302" r:id="rId44"/>
    <p:sldId id="6045" r:id="rId45"/>
    <p:sldId id="273" r:id="rId46"/>
    <p:sldId id="264" r:id="rId47"/>
    <p:sldId id="303" r:id="rId48"/>
    <p:sldId id="304" r:id="rId49"/>
    <p:sldId id="305" r:id="rId50"/>
    <p:sldId id="306" r:id="rId51"/>
    <p:sldId id="307" r:id="rId52"/>
    <p:sldId id="308" r:id="rId53"/>
    <p:sldId id="309" r:id="rId54"/>
    <p:sldId id="6046" r:id="rId55"/>
    <p:sldId id="274" r:id="rId56"/>
    <p:sldId id="265" r:id="rId57"/>
    <p:sldId id="310" r:id="rId58"/>
    <p:sldId id="311" r:id="rId59"/>
    <p:sldId id="312" r:id="rId60"/>
    <p:sldId id="313" r:id="rId61"/>
    <p:sldId id="6062" r:id="rId62"/>
    <p:sldId id="6047" r:id="rId63"/>
    <p:sldId id="275" r:id="rId64"/>
    <p:sldId id="266" r:id="rId65"/>
    <p:sldId id="314" r:id="rId66"/>
    <p:sldId id="276" r:id="rId67"/>
    <p:sldId id="267" r:id="rId68"/>
    <p:sldId id="277" r:id="rId69"/>
    <p:sldId id="278" r:id="rId70"/>
    <p:sldId id="268" r:id="rId71"/>
    <p:sldId id="321" r:id="rId72"/>
    <p:sldId id="322" r:id="rId73"/>
    <p:sldId id="6037" r:id="rId74"/>
    <p:sldId id="6038" r:id="rId75"/>
    <p:sldId id="323" r:id="rId76"/>
    <p:sldId id="6039" r:id="rId77"/>
    <p:sldId id="6040" r:id="rId78"/>
    <p:sldId id="6048" r:id="rId79"/>
    <p:sldId id="279" r:id="rId80"/>
    <p:sldId id="269" r:id="rId81"/>
    <p:sldId id="317" r:id="rId82"/>
    <p:sldId id="318" r:id="rId83"/>
    <p:sldId id="319" r:id="rId84"/>
    <p:sldId id="320" r:id="rId85"/>
    <p:sldId id="6049" r:id="rId86"/>
    <p:sldId id="280" r:id="rId87"/>
    <p:sldId id="6069" r:id="rId88"/>
    <p:sldId id="6070" r:id="rId89"/>
    <p:sldId id="6074" r:id="rId90"/>
    <p:sldId id="6072" r:id="rId91"/>
    <p:sldId id="6071" r:id="rId92"/>
    <p:sldId id="6073" r:id="rId93"/>
    <p:sldId id="6075" r:id="rId94"/>
    <p:sldId id="6076" r:id="rId95"/>
    <p:sldId id="6061" r:id="rId96"/>
    <p:sldId id="6051" r:id="rId97"/>
    <p:sldId id="6041" r:id="rId98"/>
    <p:sldId id="6059" r:id="rId99"/>
    <p:sldId id="6058" r:id="rId100"/>
    <p:sldId id="6056" r:id="rId101"/>
    <p:sldId id="6060" r:id="rId102"/>
    <p:sldId id="6042" r:id="rId103"/>
    <p:sldId id="6057" r:id="rId104"/>
    <p:sldId id="6052" r:id="rId105"/>
    <p:sldId id="6053" r:id="rId106"/>
    <p:sldId id="6065" r:id="rId107"/>
    <p:sldId id="6054" r:id="rId108"/>
    <p:sldId id="6055" r:id="rId109"/>
    <p:sldId id="6063" r:id="rId110"/>
    <p:sldId id="6064" r:id="rId111"/>
    <p:sldId id="6050" r:id="rId112"/>
    <p:sldId id="270" r:id="rId113"/>
    <p:sldId id="315" r:id="rId114"/>
    <p:sldId id="316" r:id="rId115"/>
    <p:sldId id="281" r:id="rId116"/>
  </p:sldIdLst>
  <p:sldSz cx="12192000" cy="6858000"/>
  <p:notesSz cx="6858000" cy="9144000"/>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kcja domyślna" id="{72A88F5F-E564-475E-9310-48DAA794A01C}">
          <p14:sldIdLst>
            <p14:sldId id="260"/>
            <p14:sldId id="261"/>
            <p14:sldId id="6043"/>
            <p14:sldId id="256"/>
            <p14:sldId id="271"/>
            <p14:sldId id="325"/>
            <p14:sldId id="328"/>
            <p14:sldId id="326"/>
            <p14:sldId id="327"/>
            <p14:sldId id="324"/>
            <p14:sldId id="262"/>
            <p14:sldId id="282"/>
            <p14:sldId id="283"/>
            <p14:sldId id="284"/>
            <p14:sldId id="285"/>
            <p14:sldId id="286"/>
            <p14:sldId id="287"/>
            <p14:sldId id="6044"/>
            <p14:sldId id="272"/>
            <p14:sldId id="263"/>
            <p14:sldId id="288"/>
            <p14:sldId id="289"/>
            <p14:sldId id="290"/>
            <p14:sldId id="291"/>
            <p14:sldId id="292"/>
            <p14:sldId id="293"/>
            <p14:sldId id="294"/>
            <p14:sldId id="295"/>
            <p14:sldId id="296"/>
            <p14:sldId id="6026"/>
            <p14:sldId id="329"/>
            <p14:sldId id="6036"/>
            <p14:sldId id="297"/>
            <p14:sldId id="298"/>
            <p14:sldId id="299"/>
            <p14:sldId id="300"/>
            <p14:sldId id="301"/>
            <p14:sldId id="302"/>
            <p14:sldId id="6045"/>
            <p14:sldId id="273"/>
            <p14:sldId id="264"/>
            <p14:sldId id="303"/>
            <p14:sldId id="304"/>
            <p14:sldId id="305"/>
            <p14:sldId id="306"/>
            <p14:sldId id="307"/>
            <p14:sldId id="308"/>
            <p14:sldId id="309"/>
            <p14:sldId id="6046"/>
            <p14:sldId id="274"/>
            <p14:sldId id="265"/>
            <p14:sldId id="310"/>
            <p14:sldId id="311"/>
            <p14:sldId id="312"/>
            <p14:sldId id="313"/>
            <p14:sldId id="6062"/>
            <p14:sldId id="6047"/>
            <p14:sldId id="275"/>
            <p14:sldId id="266"/>
            <p14:sldId id="314"/>
            <p14:sldId id="276"/>
            <p14:sldId id="267"/>
            <p14:sldId id="277"/>
            <p14:sldId id="278"/>
            <p14:sldId id="268"/>
            <p14:sldId id="321"/>
            <p14:sldId id="322"/>
            <p14:sldId id="6037"/>
            <p14:sldId id="6038"/>
            <p14:sldId id="323"/>
            <p14:sldId id="6039"/>
            <p14:sldId id="6040"/>
            <p14:sldId id="6048"/>
            <p14:sldId id="279"/>
            <p14:sldId id="269"/>
            <p14:sldId id="317"/>
            <p14:sldId id="318"/>
            <p14:sldId id="319"/>
            <p14:sldId id="320"/>
            <p14:sldId id="6049"/>
            <p14:sldId id="280"/>
            <p14:sldId id="6069"/>
            <p14:sldId id="6070"/>
            <p14:sldId id="6074"/>
            <p14:sldId id="6072"/>
            <p14:sldId id="6071"/>
            <p14:sldId id="6073"/>
            <p14:sldId id="6075"/>
            <p14:sldId id="6076"/>
            <p14:sldId id="6061"/>
            <p14:sldId id="6051"/>
            <p14:sldId id="6041"/>
            <p14:sldId id="6059"/>
            <p14:sldId id="6058"/>
            <p14:sldId id="6056"/>
            <p14:sldId id="6060"/>
            <p14:sldId id="6042"/>
            <p14:sldId id="6057"/>
            <p14:sldId id="6052"/>
            <p14:sldId id="6053"/>
            <p14:sldId id="6065"/>
            <p14:sldId id="6054"/>
            <p14:sldId id="6055"/>
            <p14:sldId id="6063"/>
            <p14:sldId id="6064"/>
            <p14:sldId id="6050"/>
            <p14:sldId id="270"/>
            <p14:sldId id="315"/>
            <p14:sldId id="316"/>
            <p14:sldId id="281"/>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783"/>
    <a:srgbClr val="FFFFFF"/>
    <a:srgbClr val="2C71F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0EEEC5B-C6CF-4B85-BBE1-4BD9556CB506}" v="65" dt="2025-06-11T08:51:44.527"/>
    <p1510:client id="{A7B8F06C-E88C-4C89-9CE2-A4AAC014B55A}" v="112" dt="2025-06-11T08:50:04.8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117" Type="http://schemas.openxmlformats.org/officeDocument/2006/relationships/notesMaster" Target="notesMasters/notesMaster1.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84" Type="http://schemas.openxmlformats.org/officeDocument/2006/relationships/slide" Target="slides/slide78.xml"/><Relationship Id="rId89" Type="http://schemas.openxmlformats.org/officeDocument/2006/relationships/slide" Target="slides/slide83.xml"/><Relationship Id="rId112" Type="http://schemas.openxmlformats.org/officeDocument/2006/relationships/slide" Target="slides/slide106.xml"/><Relationship Id="rId16" Type="http://schemas.openxmlformats.org/officeDocument/2006/relationships/slide" Target="slides/slide10.xml"/><Relationship Id="rId107" Type="http://schemas.openxmlformats.org/officeDocument/2006/relationships/slide" Target="slides/slide101.xml"/><Relationship Id="rId11" Type="http://schemas.openxmlformats.org/officeDocument/2006/relationships/slide" Target="slides/slide5.xml"/><Relationship Id="rId32" Type="http://schemas.openxmlformats.org/officeDocument/2006/relationships/slide" Target="slides/slide26.xml"/><Relationship Id="rId37" Type="http://schemas.openxmlformats.org/officeDocument/2006/relationships/slide" Target="slides/slide31.xml"/><Relationship Id="rId53" Type="http://schemas.openxmlformats.org/officeDocument/2006/relationships/slide" Target="slides/slide47.xml"/><Relationship Id="rId58" Type="http://schemas.openxmlformats.org/officeDocument/2006/relationships/slide" Target="slides/slide52.xml"/><Relationship Id="rId74" Type="http://schemas.openxmlformats.org/officeDocument/2006/relationships/slide" Target="slides/slide68.xml"/><Relationship Id="rId79" Type="http://schemas.openxmlformats.org/officeDocument/2006/relationships/slide" Target="slides/slide73.xml"/><Relationship Id="rId102" Type="http://schemas.openxmlformats.org/officeDocument/2006/relationships/slide" Target="slides/slide96.xml"/><Relationship Id="rId123" Type="http://schemas.microsoft.com/office/2015/10/relationships/revisionInfo" Target="revisionInfo.xml"/><Relationship Id="rId5" Type="http://schemas.openxmlformats.org/officeDocument/2006/relationships/slideMaster" Target="slideMasters/slideMaster2.xml"/><Relationship Id="rId90" Type="http://schemas.openxmlformats.org/officeDocument/2006/relationships/slide" Target="slides/slide84.xml"/><Relationship Id="rId95" Type="http://schemas.openxmlformats.org/officeDocument/2006/relationships/slide" Target="slides/slide89.xml"/><Relationship Id="rId22" Type="http://schemas.openxmlformats.org/officeDocument/2006/relationships/slide" Target="slides/slide16.xml"/><Relationship Id="rId27" Type="http://schemas.openxmlformats.org/officeDocument/2006/relationships/slide" Target="slides/slide21.xml"/><Relationship Id="rId43" Type="http://schemas.openxmlformats.org/officeDocument/2006/relationships/slide" Target="slides/slide37.xml"/><Relationship Id="rId48" Type="http://schemas.openxmlformats.org/officeDocument/2006/relationships/slide" Target="slides/slide42.xml"/><Relationship Id="rId64" Type="http://schemas.openxmlformats.org/officeDocument/2006/relationships/slide" Target="slides/slide58.xml"/><Relationship Id="rId69" Type="http://schemas.openxmlformats.org/officeDocument/2006/relationships/slide" Target="slides/slide63.xml"/><Relationship Id="rId113" Type="http://schemas.openxmlformats.org/officeDocument/2006/relationships/slide" Target="slides/slide107.xml"/><Relationship Id="rId118" Type="http://schemas.openxmlformats.org/officeDocument/2006/relationships/presProps" Target="presProps.xml"/><Relationship Id="rId80" Type="http://schemas.openxmlformats.org/officeDocument/2006/relationships/slide" Target="slides/slide74.xml"/><Relationship Id="rId85" Type="http://schemas.openxmlformats.org/officeDocument/2006/relationships/slide" Target="slides/slide79.xml"/><Relationship Id="rId12" Type="http://schemas.openxmlformats.org/officeDocument/2006/relationships/slide" Target="slides/slide6.xml"/><Relationship Id="rId17" Type="http://schemas.openxmlformats.org/officeDocument/2006/relationships/slide" Target="slides/slide11.xml"/><Relationship Id="rId33" Type="http://schemas.openxmlformats.org/officeDocument/2006/relationships/slide" Target="slides/slide27.xml"/><Relationship Id="rId38" Type="http://schemas.openxmlformats.org/officeDocument/2006/relationships/slide" Target="slides/slide32.xml"/><Relationship Id="rId59" Type="http://schemas.openxmlformats.org/officeDocument/2006/relationships/slide" Target="slides/slide53.xml"/><Relationship Id="rId103" Type="http://schemas.openxmlformats.org/officeDocument/2006/relationships/slide" Target="slides/slide97.xml"/><Relationship Id="rId108" Type="http://schemas.openxmlformats.org/officeDocument/2006/relationships/slide" Target="slides/slide102.xml"/><Relationship Id="rId54" Type="http://schemas.openxmlformats.org/officeDocument/2006/relationships/slide" Target="slides/slide48.xml"/><Relationship Id="rId70" Type="http://schemas.openxmlformats.org/officeDocument/2006/relationships/slide" Target="slides/slide64.xml"/><Relationship Id="rId75" Type="http://schemas.openxmlformats.org/officeDocument/2006/relationships/slide" Target="slides/slide69.xml"/><Relationship Id="rId91" Type="http://schemas.openxmlformats.org/officeDocument/2006/relationships/slide" Target="slides/slide85.xml"/><Relationship Id="rId96" Type="http://schemas.openxmlformats.org/officeDocument/2006/relationships/slide" Target="slides/slide90.xml"/><Relationship Id="rId1" Type="http://schemas.openxmlformats.org/officeDocument/2006/relationships/customXml" Target="../customXml/item1.xml"/><Relationship Id="rId6" Type="http://schemas.openxmlformats.org/officeDocument/2006/relationships/slideMaster" Target="slideMasters/slideMaster3.xml"/><Relationship Id="rId23" Type="http://schemas.openxmlformats.org/officeDocument/2006/relationships/slide" Target="slides/slide17.xml"/><Relationship Id="rId28" Type="http://schemas.openxmlformats.org/officeDocument/2006/relationships/slide" Target="slides/slide22.xml"/><Relationship Id="rId49" Type="http://schemas.openxmlformats.org/officeDocument/2006/relationships/slide" Target="slides/slide43.xml"/><Relationship Id="rId114" Type="http://schemas.openxmlformats.org/officeDocument/2006/relationships/slide" Target="slides/slide108.xml"/><Relationship Id="rId119" Type="http://schemas.openxmlformats.org/officeDocument/2006/relationships/viewProps" Target="viewProps.xml"/><Relationship Id="rId44" Type="http://schemas.openxmlformats.org/officeDocument/2006/relationships/slide" Target="slides/slide38.xml"/><Relationship Id="rId60" Type="http://schemas.openxmlformats.org/officeDocument/2006/relationships/slide" Target="slides/slide54.xml"/><Relationship Id="rId65" Type="http://schemas.openxmlformats.org/officeDocument/2006/relationships/slide" Target="slides/slide59.xml"/><Relationship Id="rId81" Type="http://schemas.openxmlformats.org/officeDocument/2006/relationships/slide" Target="slides/slide75.xml"/><Relationship Id="rId86" Type="http://schemas.openxmlformats.org/officeDocument/2006/relationships/slide" Target="slides/slide80.xml"/><Relationship Id="rId4" Type="http://schemas.openxmlformats.org/officeDocument/2006/relationships/slideMaster" Target="slideMasters/slideMaster1.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109" Type="http://schemas.openxmlformats.org/officeDocument/2006/relationships/slide" Target="slides/slide10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slide" Target="slides/slide70.xml"/><Relationship Id="rId97" Type="http://schemas.openxmlformats.org/officeDocument/2006/relationships/slide" Target="slides/slide91.xml"/><Relationship Id="rId104" Type="http://schemas.openxmlformats.org/officeDocument/2006/relationships/slide" Target="slides/slide98.xml"/><Relationship Id="rId120" Type="http://schemas.openxmlformats.org/officeDocument/2006/relationships/theme" Target="theme/theme1.xml"/><Relationship Id="rId7" Type="http://schemas.openxmlformats.org/officeDocument/2006/relationships/slide" Target="slides/slide1.xml"/><Relationship Id="rId71" Type="http://schemas.openxmlformats.org/officeDocument/2006/relationships/slide" Target="slides/slide65.xml"/><Relationship Id="rId92" Type="http://schemas.openxmlformats.org/officeDocument/2006/relationships/slide" Target="slides/slide86.xml"/><Relationship Id="rId2" Type="http://schemas.openxmlformats.org/officeDocument/2006/relationships/customXml" Target="../customXml/item2.xml"/><Relationship Id="rId29" Type="http://schemas.openxmlformats.org/officeDocument/2006/relationships/slide" Target="slides/slide23.xml"/><Relationship Id="rId24" Type="http://schemas.openxmlformats.org/officeDocument/2006/relationships/slide" Target="slides/slide18.xml"/><Relationship Id="rId40" Type="http://schemas.openxmlformats.org/officeDocument/2006/relationships/slide" Target="slides/slide34.xml"/><Relationship Id="rId45" Type="http://schemas.openxmlformats.org/officeDocument/2006/relationships/slide" Target="slides/slide39.xml"/><Relationship Id="rId66" Type="http://schemas.openxmlformats.org/officeDocument/2006/relationships/slide" Target="slides/slide60.xml"/><Relationship Id="rId87" Type="http://schemas.openxmlformats.org/officeDocument/2006/relationships/slide" Target="slides/slide81.xml"/><Relationship Id="rId110" Type="http://schemas.openxmlformats.org/officeDocument/2006/relationships/slide" Target="slides/slide104.xml"/><Relationship Id="rId115" Type="http://schemas.openxmlformats.org/officeDocument/2006/relationships/slide" Target="slides/slide109.xml"/><Relationship Id="rId61" Type="http://schemas.openxmlformats.org/officeDocument/2006/relationships/slide" Target="slides/slide55.xml"/><Relationship Id="rId82" Type="http://schemas.openxmlformats.org/officeDocument/2006/relationships/slide" Target="slides/slide76.xml"/><Relationship Id="rId19" Type="http://schemas.openxmlformats.org/officeDocument/2006/relationships/slide" Target="slides/slide13.xml"/><Relationship Id="rId14" Type="http://schemas.openxmlformats.org/officeDocument/2006/relationships/slide" Target="slides/slide8.xml"/><Relationship Id="rId30" Type="http://schemas.openxmlformats.org/officeDocument/2006/relationships/slide" Target="slides/slide24.xml"/><Relationship Id="rId35" Type="http://schemas.openxmlformats.org/officeDocument/2006/relationships/slide" Target="slides/slide29.xml"/><Relationship Id="rId56" Type="http://schemas.openxmlformats.org/officeDocument/2006/relationships/slide" Target="slides/slide50.xml"/><Relationship Id="rId77" Type="http://schemas.openxmlformats.org/officeDocument/2006/relationships/slide" Target="slides/slide71.xml"/><Relationship Id="rId100" Type="http://schemas.openxmlformats.org/officeDocument/2006/relationships/slide" Target="slides/slide94.xml"/><Relationship Id="rId105" Type="http://schemas.openxmlformats.org/officeDocument/2006/relationships/slide" Target="slides/slide99.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93" Type="http://schemas.openxmlformats.org/officeDocument/2006/relationships/slide" Target="slides/slide87.xml"/><Relationship Id="rId98" Type="http://schemas.openxmlformats.org/officeDocument/2006/relationships/slide" Target="slides/slide92.xml"/><Relationship Id="rId121" Type="http://schemas.openxmlformats.org/officeDocument/2006/relationships/tableStyles" Target="tableStyles.xml"/><Relationship Id="rId3" Type="http://schemas.openxmlformats.org/officeDocument/2006/relationships/customXml" Target="../customXml/item3.xml"/><Relationship Id="rId25" Type="http://schemas.openxmlformats.org/officeDocument/2006/relationships/slide" Target="slides/slide19.xml"/><Relationship Id="rId46" Type="http://schemas.openxmlformats.org/officeDocument/2006/relationships/slide" Target="slides/slide40.xml"/><Relationship Id="rId67" Type="http://schemas.openxmlformats.org/officeDocument/2006/relationships/slide" Target="slides/slide61.xml"/><Relationship Id="rId116" Type="http://schemas.openxmlformats.org/officeDocument/2006/relationships/slide" Target="slides/slide110.xml"/><Relationship Id="rId20" Type="http://schemas.openxmlformats.org/officeDocument/2006/relationships/slide" Target="slides/slide14.xml"/><Relationship Id="rId41" Type="http://schemas.openxmlformats.org/officeDocument/2006/relationships/slide" Target="slides/slide35.xml"/><Relationship Id="rId62" Type="http://schemas.openxmlformats.org/officeDocument/2006/relationships/slide" Target="slides/slide56.xml"/><Relationship Id="rId83" Type="http://schemas.openxmlformats.org/officeDocument/2006/relationships/slide" Target="slides/slide77.xml"/><Relationship Id="rId88" Type="http://schemas.openxmlformats.org/officeDocument/2006/relationships/slide" Target="slides/slide82.xml"/><Relationship Id="rId111" Type="http://schemas.openxmlformats.org/officeDocument/2006/relationships/slide" Target="slides/slide105.xml"/><Relationship Id="rId15" Type="http://schemas.openxmlformats.org/officeDocument/2006/relationships/slide" Target="slides/slide9.xml"/><Relationship Id="rId36" Type="http://schemas.openxmlformats.org/officeDocument/2006/relationships/slide" Target="slides/slide30.xml"/><Relationship Id="rId57" Type="http://schemas.openxmlformats.org/officeDocument/2006/relationships/slide" Target="slides/slide51.xml"/><Relationship Id="rId106" Type="http://schemas.openxmlformats.org/officeDocument/2006/relationships/slide" Target="slides/slide100.xml"/><Relationship Id="rId10" Type="http://schemas.openxmlformats.org/officeDocument/2006/relationships/slide" Target="slides/slide4.xml"/><Relationship Id="rId31" Type="http://schemas.openxmlformats.org/officeDocument/2006/relationships/slide" Target="slides/slide25.xml"/><Relationship Id="rId52" Type="http://schemas.openxmlformats.org/officeDocument/2006/relationships/slide" Target="slides/slide46.xml"/><Relationship Id="rId73" Type="http://schemas.openxmlformats.org/officeDocument/2006/relationships/slide" Target="slides/slide67.xml"/><Relationship Id="rId78" Type="http://schemas.openxmlformats.org/officeDocument/2006/relationships/slide" Target="slides/slide72.xml"/><Relationship Id="rId94" Type="http://schemas.openxmlformats.org/officeDocument/2006/relationships/slide" Target="slides/slide88.xml"/><Relationship Id="rId99" Type="http://schemas.openxmlformats.org/officeDocument/2006/relationships/slide" Target="slides/slide93.xml"/><Relationship Id="rId101" Type="http://schemas.openxmlformats.org/officeDocument/2006/relationships/slide" Target="slides/slide95.xml"/><Relationship Id="rId1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ciej Skibicki" userId="S::maciej.skibicki@promise.pl::80ad3c52-a0c4-4c9f-9c7f-ea437288e0f9" providerId="AD" clId="Web-{67C23E17-20B7-7564-0550-5457E1CF04CE}"/>
    <pc:docChg chg="modSld">
      <pc:chgData name="Maciej Skibicki" userId="S::maciej.skibicki@promise.pl::80ad3c52-a0c4-4c9f-9c7f-ea437288e0f9" providerId="AD" clId="Web-{67C23E17-20B7-7564-0550-5457E1CF04CE}" dt="2025-06-04T11:13:48.913" v="2"/>
      <pc:docMkLst>
        <pc:docMk/>
      </pc:docMkLst>
      <pc:sldChg chg="addAnim modAnim">
        <pc:chgData name="Maciej Skibicki" userId="S::maciej.skibicki@promise.pl::80ad3c52-a0c4-4c9f-9c7f-ea437288e0f9" providerId="AD" clId="Web-{67C23E17-20B7-7564-0550-5457E1CF04CE}" dt="2025-06-04T11:13:48.913" v="2"/>
        <pc:sldMkLst>
          <pc:docMk/>
          <pc:sldMk cId="2987947555" sldId="323"/>
        </pc:sldMkLst>
      </pc:sldChg>
    </pc:docChg>
  </pc:docChgLst>
  <pc:docChgLst>
    <pc:chgData name="Maciej Skibicki" userId="80ad3c52-a0c4-4c9f-9c7f-ea437288e0f9" providerId="ADAL" clId="{A7B8F06C-E88C-4C89-9CE2-A4AAC014B55A}"/>
    <pc:docChg chg="undo custSel addSld delSld modSld modSection">
      <pc:chgData name="Maciej Skibicki" userId="80ad3c52-a0c4-4c9f-9c7f-ea437288e0f9" providerId="ADAL" clId="{A7B8F06C-E88C-4C89-9CE2-A4AAC014B55A}" dt="2025-06-11T08:50:04.807" v="117" actId="1076"/>
      <pc:docMkLst>
        <pc:docMk/>
      </pc:docMkLst>
      <pc:sldChg chg="mod modShow">
        <pc:chgData name="Maciej Skibicki" userId="80ad3c52-a0c4-4c9f-9c7f-ea437288e0f9" providerId="ADAL" clId="{A7B8F06C-E88C-4C89-9CE2-A4AAC014B55A}" dt="2025-06-09T09:40:58.834" v="0" actId="729"/>
        <pc:sldMkLst>
          <pc:docMk/>
          <pc:sldMk cId="1373196306" sldId="287"/>
        </pc:sldMkLst>
      </pc:sldChg>
      <pc:sldChg chg="addSp delSp modSp add del">
        <pc:chgData name="Maciej Skibicki" userId="80ad3c52-a0c4-4c9f-9c7f-ea437288e0f9" providerId="ADAL" clId="{A7B8F06C-E88C-4C89-9CE2-A4AAC014B55A}" dt="2025-06-11T07:51:50.923" v="46" actId="47"/>
        <pc:sldMkLst>
          <pc:docMk/>
          <pc:sldMk cId="2171067636" sldId="6066"/>
        </pc:sldMkLst>
        <pc:spChg chg="add mod">
          <ac:chgData name="Maciej Skibicki" userId="80ad3c52-a0c4-4c9f-9c7f-ea437288e0f9" providerId="ADAL" clId="{A7B8F06C-E88C-4C89-9CE2-A4AAC014B55A}" dt="2025-06-11T07:51:10.936" v="40" actId="21"/>
          <ac:spMkLst>
            <pc:docMk/>
            <pc:sldMk cId="2171067636" sldId="6066"/>
            <ac:spMk id="2" creationId="{B070960D-E1FF-0965-5DE2-BB01F297908F}"/>
          </ac:spMkLst>
        </pc:spChg>
        <pc:spChg chg="del">
          <ac:chgData name="Maciej Skibicki" userId="80ad3c52-a0c4-4c9f-9c7f-ea437288e0f9" providerId="ADAL" clId="{A7B8F06C-E88C-4C89-9CE2-A4AAC014B55A}" dt="2025-06-11T07:51:10.936" v="40" actId="21"/>
          <ac:spMkLst>
            <pc:docMk/>
            <pc:sldMk cId="2171067636" sldId="6066"/>
            <ac:spMk id="5" creationId="{00000000-0000-0000-0000-000000000000}"/>
          </ac:spMkLst>
        </pc:spChg>
        <pc:spChg chg="del">
          <ac:chgData name="Maciej Skibicki" userId="80ad3c52-a0c4-4c9f-9c7f-ea437288e0f9" providerId="ADAL" clId="{A7B8F06C-E88C-4C89-9CE2-A4AAC014B55A}" dt="2025-06-11T07:51:10.936" v="40" actId="21"/>
          <ac:spMkLst>
            <pc:docMk/>
            <pc:sldMk cId="2171067636" sldId="6066"/>
            <ac:spMk id="17" creationId="{00000000-0000-0000-0000-000000000000}"/>
          </ac:spMkLst>
        </pc:spChg>
        <pc:grpChg chg="del">
          <ac:chgData name="Maciej Skibicki" userId="80ad3c52-a0c4-4c9f-9c7f-ea437288e0f9" providerId="ADAL" clId="{A7B8F06C-E88C-4C89-9CE2-A4AAC014B55A}" dt="2025-06-11T07:51:10.936" v="40" actId="21"/>
          <ac:grpSpMkLst>
            <pc:docMk/>
            <pc:sldMk cId="2171067636" sldId="6066"/>
            <ac:grpSpMk id="18" creationId="{00000000-0000-0000-0000-000000000000}"/>
          </ac:grpSpMkLst>
        </pc:grpChg>
        <pc:picChg chg="del">
          <ac:chgData name="Maciej Skibicki" userId="80ad3c52-a0c4-4c9f-9c7f-ea437288e0f9" providerId="ADAL" clId="{A7B8F06C-E88C-4C89-9CE2-A4AAC014B55A}" dt="2025-06-11T07:51:10.936" v="40" actId="21"/>
          <ac:picMkLst>
            <pc:docMk/>
            <pc:sldMk cId="2171067636" sldId="6066"/>
            <ac:picMk id="26" creationId="{00000000-0000-0000-0000-000000000000}"/>
          </ac:picMkLst>
        </pc:picChg>
      </pc:sldChg>
      <pc:sldChg chg="addSp delSp modSp add del mod">
        <pc:chgData name="Maciej Skibicki" userId="80ad3c52-a0c4-4c9f-9c7f-ea437288e0f9" providerId="ADAL" clId="{A7B8F06C-E88C-4C89-9CE2-A4AAC014B55A}" dt="2025-06-11T07:52:05.438" v="48" actId="47"/>
        <pc:sldMkLst>
          <pc:docMk/>
          <pc:sldMk cId="1180159585" sldId="6067"/>
        </pc:sldMkLst>
        <pc:spChg chg="del">
          <ac:chgData name="Maciej Skibicki" userId="80ad3c52-a0c4-4c9f-9c7f-ea437288e0f9" providerId="ADAL" clId="{A7B8F06C-E88C-4C89-9CE2-A4AAC014B55A}" dt="2025-06-11T07:52:03.661" v="47" actId="21"/>
          <ac:spMkLst>
            <pc:docMk/>
            <pc:sldMk cId="1180159585" sldId="6067"/>
            <ac:spMk id="2" creationId="{00000000-0000-0000-0000-000000000000}"/>
          </ac:spMkLst>
        </pc:spChg>
        <pc:spChg chg="add mod">
          <ac:chgData name="Maciej Skibicki" userId="80ad3c52-a0c4-4c9f-9c7f-ea437288e0f9" providerId="ADAL" clId="{A7B8F06C-E88C-4C89-9CE2-A4AAC014B55A}" dt="2025-06-11T07:52:03.661" v="47" actId="21"/>
          <ac:spMkLst>
            <pc:docMk/>
            <pc:sldMk cId="1180159585" sldId="6067"/>
            <ac:spMk id="5" creationId="{7DD80573-6CEC-4737-5A33-5DE129D6D5AF}"/>
          </ac:spMkLst>
        </pc:spChg>
        <pc:graphicFrameChg chg="del">
          <ac:chgData name="Maciej Skibicki" userId="80ad3c52-a0c4-4c9f-9c7f-ea437288e0f9" providerId="ADAL" clId="{A7B8F06C-E88C-4C89-9CE2-A4AAC014B55A}" dt="2025-06-11T07:52:03.661" v="47" actId="21"/>
          <ac:graphicFrameMkLst>
            <pc:docMk/>
            <pc:sldMk cId="1180159585" sldId="6067"/>
            <ac:graphicFrameMk id="3" creationId="{00000000-0000-0000-0000-000000000000}"/>
          </ac:graphicFrameMkLst>
        </pc:graphicFrameChg>
      </pc:sldChg>
      <pc:sldChg chg="addSp delSp modSp add del mod">
        <pc:chgData name="Maciej Skibicki" userId="80ad3c52-a0c4-4c9f-9c7f-ea437288e0f9" providerId="ADAL" clId="{A7B8F06C-E88C-4C89-9CE2-A4AAC014B55A}" dt="2025-06-11T07:53:27.967" v="65" actId="47"/>
        <pc:sldMkLst>
          <pc:docMk/>
          <pc:sldMk cId="3160146858" sldId="6068"/>
        </pc:sldMkLst>
        <pc:spChg chg="del">
          <ac:chgData name="Maciej Skibicki" userId="80ad3c52-a0c4-4c9f-9c7f-ea437288e0f9" providerId="ADAL" clId="{A7B8F06C-E88C-4C89-9CE2-A4AAC014B55A}" dt="2025-06-11T07:53:25.845" v="64" actId="21"/>
          <ac:spMkLst>
            <pc:docMk/>
            <pc:sldMk cId="3160146858" sldId="6068"/>
            <ac:spMk id="2" creationId="{00000000-0000-0000-0000-000000000000}"/>
          </ac:spMkLst>
        </pc:spChg>
        <pc:spChg chg="del">
          <ac:chgData name="Maciej Skibicki" userId="80ad3c52-a0c4-4c9f-9c7f-ea437288e0f9" providerId="ADAL" clId="{A7B8F06C-E88C-4C89-9CE2-A4AAC014B55A}" dt="2025-06-11T07:53:25.845" v="64" actId="21"/>
          <ac:spMkLst>
            <pc:docMk/>
            <pc:sldMk cId="3160146858" sldId="6068"/>
            <ac:spMk id="3" creationId="{00000000-0000-0000-0000-000000000000}"/>
          </ac:spMkLst>
        </pc:spChg>
        <pc:spChg chg="add mod">
          <ac:chgData name="Maciej Skibicki" userId="80ad3c52-a0c4-4c9f-9c7f-ea437288e0f9" providerId="ADAL" clId="{A7B8F06C-E88C-4C89-9CE2-A4AAC014B55A}" dt="2025-06-11T07:53:25.845" v="64" actId="21"/>
          <ac:spMkLst>
            <pc:docMk/>
            <pc:sldMk cId="3160146858" sldId="6068"/>
            <ac:spMk id="6" creationId="{991D3147-9114-332F-8E64-A94AC88EDBC0}"/>
          </ac:spMkLst>
        </pc:spChg>
        <pc:spChg chg="add mod">
          <ac:chgData name="Maciej Skibicki" userId="80ad3c52-a0c4-4c9f-9c7f-ea437288e0f9" providerId="ADAL" clId="{A7B8F06C-E88C-4C89-9CE2-A4AAC014B55A}" dt="2025-06-11T07:53:25.845" v="64" actId="21"/>
          <ac:spMkLst>
            <pc:docMk/>
            <pc:sldMk cId="3160146858" sldId="6068"/>
            <ac:spMk id="8" creationId="{1B6A8933-D04D-DD20-D3F7-07B1A8C1A0CC}"/>
          </ac:spMkLst>
        </pc:spChg>
        <pc:picChg chg="del">
          <ac:chgData name="Maciej Skibicki" userId="80ad3c52-a0c4-4c9f-9c7f-ea437288e0f9" providerId="ADAL" clId="{A7B8F06C-E88C-4C89-9CE2-A4AAC014B55A}" dt="2025-06-11T07:53:25.845" v="64" actId="21"/>
          <ac:picMkLst>
            <pc:docMk/>
            <pc:sldMk cId="3160146858" sldId="6068"/>
            <ac:picMk id="4" creationId="{00000000-0000-0000-0000-000000000000}"/>
          </ac:picMkLst>
        </pc:picChg>
      </pc:sldChg>
      <pc:sldChg chg="addSp modSp new mod">
        <pc:chgData name="Maciej Skibicki" userId="80ad3c52-a0c4-4c9f-9c7f-ea437288e0f9" providerId="ADAL" clId="{A7B8F06C-E88C-4C89-9CE2-A4AAC014B55A}" dt="2025-06-11T07:48:22.857" v="6" actId="1076"/>
        <pc:sldMkLst>
          <pc:docMk/>
          <pc:sldMk cId="4269681770" sldId="6069"/>
        </pc:sldMkLst>
        <pc:picChg chg="add mod">
          <ac:chgData name="Maciej Skibicki" userId="80ad3c52-a0c4-4c9f-9c7f-ea437288e0f9" providerId="ADAL" clId="{A7B8F06C-E88C-4C89-9CE2-A4AAC014B55A}" dt="2025-06-11T07:48:22.857" v="6" actId="1076"/>
          <ac:picMkLst>
            <pc:docMk/>
            <pc:sldMk cId="4269681770" sldId="6069"/>
            <ac:picMk id="5" creationId="{1BFCD94D-6353-72EF-BB61-E6EC923D6D21}"/>
          </ac:picMkLst>
        </pc:picChg>
      </pc:sldChg>
      <pc:sldChg chg="addSp modSp new mod">
        <pc:chgData name="Maciej Skibicki" userId="80ad3c52-a0c4-4c9f-9c7f-ea437288e0f9" providerId="ADAL" clId="{A7B8F06C-E88C-4C89-9CE2-A4AAC014B55A}" dt="2025-06-11T07:50:21.860" v="37" actId="1076"/>
        <pc:sldMkLst>
          <pc:docMk/>
          <pc:sldMk cId="226913417" sldId="6070"/>
        </pc:sldMkLst>
        <pc:spChg chg="mod">
          <ac:chgData name="Maciej Skibicki" userId="80ad3c52-a0c4-4c9f-9c7f-ea437288e0f9" providerId="ADAL" clId="{A7B8F06C-E88C-4C89-9CE2-A4AAC014B55A}" dt="2025-06-11T07:48:51.402" v="27" actId="20577"/>
          <ac:spMkLst>
            <pc:docMk/>
            <pc:sldMk cId="226913417" sldId="6070"/>
            <ac:spMk id="2" creationId="{8ED96A65-30F4-14DA-6E81-129F6506E146}"/>
          </ac:spMkLst>
        </pc:spChg>
        <pc:spChg chg="mod">
          <ac:chgData name="Maciej Skibicki" userId="80ad3c52-a0c4-4c9f-9c7f-ea437288e0f9" providerId="ADAL" clId="{A7B8F06C-E88C-4C89-9CE2-A4AAC014B55A}" dt="2025-06-11T07:50:14.383" v="35" actId="207"/>
          <ac:spMkLst>
            <pc:docMk/>
            <pc:sldMk cId="226913417" sldId="6070"/>
            <ac:spMk id="3" creationId="{CA8BB78A-3E55-4ADD-D1D2-D35C6FA1AF8E}"/>
          </ac:spMkLst>
        </pc:spChg>
        <pc:picChg chg="add mod ord">
          <ac:chgData name="Maciej Skibicki" userId="80ad3c52-a0c4-4c9f-9c7f-ea437288e0f9" providerId="ADAL" clId="{A7B8F06C-E88C-4C89-9CE2-A4AAC014B55A}" dt="2025-06-11T07:50:21.860" v="37" actId="1076"/>
          <ac:picMkLst>
            <pc:docMk/>
            <pc:sldMk cId="226913417" sldId="6070"/>
            <ac:picMk id="5" creationId="{51969C71-1AE4-02D5-4A34-9BB72A906663}"/>
          </ac:picMkLst>
        </pc:picChg>
      </pc:sldChg>
      <pc:sldChg chg="addSp delSp modSp new mod">
        <pc:chgData name="Maciej Skibicki" userId="80ad3c52-a0c4-4c9f-9c7f-ea437288e0f9" providerId="ADAL" clId="{A7B8F06C-E88C-4C89-9CE2-A4AAC014B55A}" dt="2025-06-11T07:53:14.927" v="62" actId="1076"/>
        <pc:sldMkLst>
          <pc:docMk/>
          <pc:sldMk cId="3654001179" sldId="6071"/>
        </pc:sldMkLst>
        <pc:spChg chg="del">
          <ac:chgData name="Maciej Skibicki" userId="80ad3c52-a0c4-4c9f-9c7f-ea437288e0f9" providerId="ADAL" clId="{A7B8F06C-E88C-4C89-9CE2-A4AAC014B55A}" dt="2025-06-11T07:52:10.589" v="49" actId="478"/>
          <ac:spMkLst>
            <pc:docMk/>
            <pc:sldMk cId="3654001179" sldId="6071"/>
            <ac:spMk id="2" creationId="{E3491065-CF4A-DE49-9033-5979A7727695}"/>
          </ac:spMkLst>
        </pc:spChg>
        <pc:spChg chg="del">
          <ac:chgData name="Maciej Skibicki" userId="80ad3c52-a0c4-4c9f-9c7f-ea437288e0f9" providerId="ADAL" clId="{A7B8F06C-E88C-4C89-9CE2-A4AAC014B55A}" dt="2025-06-11T07:52:11.516" v="50" actId="478"/>
          <ac:spMkLst>
            <pc:docMk/>
            <pc:sldMk cId="3654001179" sldId="6071"/>
            <ac:spMk id="3" creationId="{FCE6DA04-0B02-CC63-2A7F-FA93B10BAB80}"/>
          </ac:spMkLst>
        </pc:spChg>
        <pc:spChg chg="add mod">
          <ac:chgData name="Maciej Skibicki" userId="80ad3c52-a0c4-4c9f-9c7f-ea437288e0f9" providerId="ADAL" clId="{A7B8F06C-E88C-4C89-9CE2-A4AAC014B55A}" dt="2025-06-11T07:53:14.927" v="62" actId="1076"/>
          <ac:spMkLst>
            <pc:docMk/>
            <pc:sldMk cId="3654001179" sldId="6071"/>
            <ac:spMk id="4" creationId="{00000000-0000-0000-0000-000000000000}"/>
          </ac:spMkLst>
        </pc:spChg>
        <pc:graphicFrameChg chg="add mod ord modGraphic">
          <ac:chgData name="Maciej Skibicki" userId="80ad3c52-a0c4-4c9f-9c7f-ea437288e0f9" providerId="ADAL" clId="{A7B8F06C-E88C-4C89-9CE2-A4AAC014B55A}" dt="2025-06-11T07:53:12.146" v="61" actId="1076"/>
          <ac:graphicFrameMkLst>
            <pc:docMk/>
            <pc:sldMk cId="3654001179" sldId="6071"/>
            <ac:graphicFrameMk id="5" creationId="{00000000-0000-0000-0000-000000000000}"/>
          </ac:graphicFrameMkLst>
        </pc:graphicFrameChg>
      </pc:sldChg>
      <pc:sldChg chg="addSp delSp modSp add mod">
        <pc:chgData name="Maciej Skibicki" userId="80ad3c52-a0c4-4c9f-9c7f-ea437288e0f9" providerId="ADAL" clId="{A7B8F06C-E88C-4C89-9CE2-A4AAC014B55A}" dt="2025-06-11T07:51:45.355" v="45" actId="478"/>
        <pc:sldMkLst>
          <pc:docMk/>
          <pc:sldMk cId="2389627914" sldId="6072"/>
        </pc:sldMkLst>
        <pc:spChg chg="del">
          <ac:chgData name="Maciej Skibicki" userId="80ad3c52-a0c4-4c9f-9c7f-ea437288e0f9" providerId="ADAL" clId="{A7B8F06C-E88C-4C89-9CE2-A4AAC014B55A}" dt="2025-06-11T07:51:17.749" v="41" actId="478"/>
          <ac:spMkLst>
            <pc:docMk/>
            <pc:sldMk cId="2389627914" sldId="6072"/>
            <ac:spMk id="2" creationId="{55AEA723-7500-FA32-01C5-476598E1B591}"/>
          </ac:spMkLst>
        </pc:spChg>
        <pc:spChg chg="del">
          <ac:chgData name="Maciej Skibicki" userId="80ad3c52-a0c4-4c9f-9c7f-ea437288e0f9" providerId="ADAL" clId="{A7B8F06C-E88C-4C89-9CE2-A4AAC014B55A}" dt="2025-06-11T07:51:17.749" v="41" actId="478"/>
          <ac:spMkLst>
            <pc:docMk/>
            <pc:sldMk cId="2389627914" sldId="6072"/>
            <ac:spMk id="3" creationId="{A7D51FBA-7358-615A-61CC-0CBF207D4ED1}"/>
          </ac:spMkLst>
        </pc:spChg>
        <pc:spChg chg="add del mod">
          <ac:chgData name="Maciej Skibicki" userId="80ad3c52-a0c4-4c9f-9c7f-ea437288e0f9" providerId="ADAL" clId="{A7B8F06C-E88C-4C89-9CE2-A4AAC014B55A}" dt="2025-06-11T07:51:40.451" v="44" actId="478"/>
          <ac:spMkLst>
            <pc:docMk/>
            <pc:sldMk cId="2389627914" sldId="6072"/>
            <ac:spMk id="6" creationId="{B3CC936F-C4C4-5EA0-4640-3C7F5FF650D8}"/>
          </ac:spMkLst>
        </pc:spChg>
        <pc:spChg chg="add del mod">
          <ac:chgData name="Maciej Skibicki" userId="80ad3c52-a0c4-4c9f-9c7f-ea437288e0f9" providerId="ADAL" clId="{A7B8F06C-E88C-4C89-9CE2-A4AAC014B55A}" dt="2025-06-11T07:51:45.355" v="45" actId="478"/>
          <ac:spMkLst>
            <pc:docMk/>
            <pc:sldMk cId="2389627914" sldId="6072"/>
            <ac:spMk id="8" creationId="{D31E9E26-1095-6093-60C6-DB435D96A10B}"/>
          </ac:spMkLst>
        </pc:spChg>
        <pc:spChg chg="add mod">
          <ac:chgData name="Maciej Skibicki" userId="80ad3c52-a0c4-4c9f-9c7f-ea437288e0f9" providerId="ADAL" clId="{A7B8F06C-E88C-4C89-9CE2-A4AAC014B55A}" dt="2025-06-11T07:51:18.556" v="42"/>
          <ac:spMkLst>
            <pc:docMk/>
            <pc:sldMk cId="2389627914" sldId="6072"/>
            <ac:spMk id="9" creationId="{00000000-0000-0000-0000-000000000000}"/>
          </ac:spMkLst>
        </pc:spChg>
        <pc:spChg chg="add mod">
          <ac:chgData name="Maciej Skibicki" userId="80ad3c52-a0c4-4c9f-9c7f-ea437288e0f9" providerId="ADAL" clId="{A7B8F06C-E88C-4C89-9CE2-A4AAC014B55A}" dt="2025-06-11T07:51:18.556" v="42"/>
          <ac:spMkLst>
            <pc:docMk/>
            <pc:sldMk cId="2389627914" sldId="6072"/>
            <ac:spMk id="17" creationId="{00000000-0000-0000-0000-000000000000}"/>
          </ac:spMkLst>
        </pc:spChg>
        <pc:spChg chg="mod">
          <ac:chgData name="Maciej Skibicki" userId="80ad3c52-a0c4-4c9f-9c7f-ea437288e0f9" providerId="ADAL" clId="{A7B8F06C-E88C-4C89-9CE2-A4AAC014B55A}" dt="2025-06-11T07:51:18.556" v="42"/>
          <ac:spMkLst>
            <pc:docMk/>
            <pc:sldMk cId="2389627914" sldId="6072"/>
            <ac:spMk id="19" creationId="{00000000-0000-0000-0000-000000000000}"/>
          </ac:spMkLst>
        </pc:spChg>
        <pc:spChg chg="mod">
          <ac:chgData name="Maciej Skibicki" userId="80ad3c52-a0c4-4c9f-9c7f-ea437288e0f9" providerId="ADAL" clId="{A7B8F06C-E88C-4C89-9CE2-A4AAC014B55A}" dt="2025-06-11T07:51:18.556" v="42"/>
          <ac:spMkLst>
            <pc:docMk/>
            <pc:sldMk cId="2389627914" sldId="6072"/>
            <ac:spMk id="20" creationId="{00000000-0000-0000-0000-000000000000}"/>
          </ac:spMkLst>
        </pc:spChg>
        <pc:spChg chg="mod">
          <ac:chgData name="Maciej Skibicki" userId="80ad3c52-a0c4-4c9f-9c7f-ea437288e0f9" providerId="ADAL" clId="{A7B8F06C-E88C-4C89-9CE2-A4AAC014B55A}" dt="2025-06-11T07:51:18.556" v="42"/>
          <ac:spMkLst>
            <pc:docMk/>
            <pc:sldMk cId="2389627914" sldId="6072"/>
            <ac:spMk id="21" creationId="{00000000-0000-0000-0000-000000000000}"/>
          </ac:spMkLst>
        </pc:spChg>
        <pc:spChg chg="mod">
          <ac:chgData name="Maciej Skibicki" userId="80ad3c52-a0c4-4c9f-9c7f-ea437288e0f9" providerId="ADAL" clId="{A7B8F06C-E88C-4C89-9CE2-A4AAC014B55A}" dt="2025-06-11T07:51:18.556" v="42"/>
          <ac:spMkLst>
            <pc:docMk/>
            <pc:sldMk cId="2389627914" sldId="6072"/>
            <ac:spMk id="22" creationId="{00000000-0000-0000-0000-000000000000}"/>
          </ac:spMkLst>
        </pc:spChg>
        <pc:picChg chg="del">
          <ac:chgData name="Maciej Skibicki" userId="80ad3c52-a0c4-4c9f-9c7f-ea437288e0f9" providerId="ADAL" clId="{A7B8F06C-E88C-4C89-9CE2-A4AAC014B55A}" dt="2025-06-11T07:51:17.749" v="41" actId="478"/>
          <ac:picMkLst>
            <pc:docMk/>
            <pc:sldMk cId="2389627914" sldId="6072"/>
            <ac:picMk id="5" creationId="{E6A9ACBE-B27E-CD1A-EEA1-6039F3C8179B}"/>
          </ac:picMkLst>
        </pc:picChg>
        <pc:picChg chg="mod">
          <ac:chgData name="Maciej Skibicki" userId="80ad3c52-a0c4-4c9f-9c7f-ea437288e0f9" providerId="ADAL" clId="{A7B8F06C-E88C-4C89-9CE2-A4AAC014B55A}" dt="2025-06-11T07:51:18.556" v="42"/>
          <ac:picMkLst>
            <pc:docMk/>
            <pc:sldMk cId="2389627914" sldId="6072"/>
            <ac:picMk id="23" creationId="{00000000-0000-0000-0000-000000000000}"/>
          </ac:picMkLst>
        </pc:picChg>
        <pc:picChg chg="mod">
          <ac:chgData name="Maciej Skibicki" userId="80ad3c52-a0c4-4c9f-9c7f-ea437288e0f9" providerId="ADAL" clId="{A7B8F06C-E88C-4C89-9CE2-A4AAC014B55A}" dt="2025-06-11T07:51:18.556" v="42"/>
          <ac:picMkLst>
            <pc:docMk/>
            <pc:sldMk cId="2389627914" sldId="6072"/>
            <ac:picMk id="24" creationId="{00000000-0000-0000-0000-000000000000}"/>
          </ac:picMkLst>
        </pc:picChg>
        <pc:picChg chg="mod">
          <ac:chgData name="Maciej Skibicki" userId="80ad3c52-a0c4-4c9f-9c7f-ea437288e0f9" providerId="ADAL" clId="{A7B8F06C-E88C-4C89-9CE2-A4AAC014B55A}" dt="2025-06-11T07:51:18.556" v="42"/>
          <ac:picMkLst>
            <pc:docMk/>
            <pc:sldMk cId="2389627914" sldId="6072"/>
            <ac:picMk id="25" creationId="{00000000-0000-0000-0000-000000000000}"/>
          </ac:picMkLst>
        </pc:picChg>
        <pc:picChg chg="add mod">
          <ac:chgData name="Maciej Skibicki" userId="80ad3c52-a0c4-4c9f-9c7f-ea437288e0f9" providerId="ADAL" clId="{A7B8F06C-E88C-4C89-9CE2-A4AAC014B55A}" dt="2025-06-11T07:51:18.556" v="42"/>
          <ac:picMkLst>
            <pc:docMk/>
            <pc:sldMk cId="2389627914" sldId="6072"/>
            <ac:picMk id="26" creationId="{00000000-0000-0000-0000-000000000000}"/>
          </ac:picMkLst>
        </pc:picChg>
      </pc:sldChg>
      <pc:sldChg chg="addSp delSp modSp add mod modClrScheme chgLayout">
        <pc:chgData name="Maciej Skibicki" userId="80ad3c52-a0c4-4c9f-9c7f-ea437288e0f9" providerId="ADAL" clId="{A7B8F06C-E88C-4C89-9CE2-A4AAC014B55A}" dt="2025-06-11T07:55:23.853" v="96" actId="5793"/>
        <pc:sldMkLst>
          <pc:docMk/>
          <pc:sldMk cId="4158960050" sldId="6073"/>
        </pc:sldMkLst>
        <pc:spChg chg="add del mod">
          <ac:chgData name="Maciej Skibicki" userId="80ad3c52-a0c4-4c9f-9c7f-ea437288e0f9" providerId="ADAL" clId="{A7B8F06C-E88C-4C89-9CE2-A4AAC014B55A}" dt="2025-06-11T07:53:36.074" v="67" actId="478"/>
          <ac:spMkLst>
            <pc:docMk/>
            <pc:sldMk cId="4158960050" sldId="6073"/>
            <ac:spMk id="3" creationId="{C824E1ED-87A7-0AFE-D412-A263696EB7CA}"/>
          </ac:spMkLst>
        </pc:spChg>
        <pc:spChg chg="del">
          <ac:chgData name="Maciej Skibicki" userId="80ad3c52-a0c4-4c9f-9c7f-ea437288e0f9" providerId="ADAL" clId="{A7B8F06C-E88C-4C89-9CE2-A4AAC014B55A}" dt="2025-06-11T07:53:32.900" v="66" actId="478"/>
          <ac:spMkLst>
            <pc:docMk/>
            <pc:sldMk cId="4158960050" sldId="6073"/>
            <ac:spMk id="4" creationId="{B3848FD7-60E7-2B2C-B8CA-CA21B45D0465}"/>
          </ac:spMkLst>
        </pc:spChg>
        <pc:spChg chg="add mod">
          <ac:chgData name="Maciej Skibicki" userId="80ad3c52-a0c4-4c9f-9c7f-ea437288e0f9" providerId="ADAL" clId="{A7B8F06C-E88C-4C89-9CE2-A4AAC014B55A}" dt="2025-06-11T07:54:05.116" v="83" actId="26606"/>
          <ac:spMkLst>
            <pc:docMk/>
            <pc:sldMk cId="4158960050" sldId="6073"/>
            <ac:spMk id="6" creationId="{00000000-0000-0000-0000-000000000000}"/>
          </ac:spMkLst>
        </pc:spChg>
        <pc:spChg chg="add mod ord">
          <ac:chgData name="Maciej Skibicki" userId="80ad3c52-a0c4-4c9f-9c7f-ea437288e0f9" providerId="ADAL" clId="{A7B8F06C-E88C-4C89-9CE2-A4AAC014B55A}" dt="2025-06-11T07:55:23.853" v="96" actId="5793"/>
          <ac:spMkLst>
            <pc:docMk/>
            <pc:sldMk cId="4158960050" sldId="6073"/>
            <ac:spMk id="7" creationId="{00000000-0000-0000-0000-000000000000}"/>
          </ac:spMkLst>
        </pc:spChg>
        <pc:spChg chg="add mod">
          <ac:chgData name="Maciej Skibicki" userId="80ad3c52-a0c4-4c9f-9c7f-ea437288e0f9" providerId="ADAL" clId="{A7B8F06C-E88C-4C89-9CE2-A4AAC014B55A}" dt="2025-06-11T07:55:21.822" v="95"/>
          <ac:spMkLst>
            <pc:docMk/>
            <pc:sldMk cId="4158960050" sldId="6073"/>
            <ac:spMk id="9" creationId="{79BD6AD0-3E86-A943-4660-CC7E9C725610}"/>
          </ac:spMkLst>
        </pc:spChg>
        <pc:spChg chg="add mod">
          <ac:chgData name="Maciej Skibicki" userId="80ad3c52-a0c4-4c9f-9c7f-ea437288e0f9" providerId="ADAL" clId="{A7B8F06C-E88C-4C89-9CE2-A4AAC014B55A}" dt="2025-06-11T07:55:21.822" v="95"/>
          <ac:spMkLst>
            <pc:docMk/>
            <pc:sldMk cId="4158960050" sldId="6073"/>
            <ac:spMk id="10" creationId="{82525D8D-B9EF-92F0-A105-B038DE167B43}"/>
          </ac:spMkLst>
        </pc:spChg>
        <pc:graphicFrameChg chg="del">
          <ac:chgData name="Maciej Skibicki" userId="80ad3c52-a0c4-4c9f-9c7f-ea437288e0f9" providerId="ADAL" clId="{A7B8F06C-E88C-4C89-9CE2-A4AAC014B55A}" dt="2025-06-11T07:53:32.900" v="66" actId="478"/>
          <ac:graphicFrameMkLst>
            <pc:docMk/>
            <pc:sldMk cId="4158960050" sldId="6073"/>
            <ac:graphicFrameMk id="5" creationId="{1BEF50B0-82DE-E6EA-75A4-AB5C522765BB}"/>
          </ac:graphicFrameMkLst>
        </pc:graphicFrameChg>
        <pc:picChg chg="add mod">
          <ac:chgData name="Maciej Skibicki" userId="80ad3c52-a0c4-4c9f-9c7f-ea437288e0f9" providerId="ADAL" clId="{A7B8F06C-E88C-4C89-9CE2-A4AAC014B55A}" dt="2025-06-11T07:55:07.075" v="91" actId="1076"/>
          <ac:picMkLst>
            <pc:docMk/>
            <pc:sldMk cId="4158960050" sldId="6073"/>
            <ac:picMk id="8" creationId="{00000000-0000-0000-0000-000000000000}"/>
          </ac:picMkLst>
        </pc:picChg>
        <pc:picChg chg="add mod">
          <ac:chgData name="Maciej Skibicki" userId="80ad3c52-a0c4-4c9f-9c7f-ea437288e0f9" providerId="ADAL" clId="{A7B8F06C-E88C-4C89-9CE2-A4AAC014B55A}" dt="2025-06-11T07:55:19.970" v="94"/>
          <ac:picMkLst>
            <pc:docMk/>
            <pc:sldMk cId="4158960050" sldId="6073"/>
            <ac:picMk id="11" creationId="{555A3DDA-2DBC-B685-0B91-0073433E159D}"/>
          </ac:picMkLst>
        </pc:picChg>
      </pc:sldChg>
      <pc:sldChg chg="add">
        <pc:chgData name="Maciej Skibicki" userId="80ad3c52-a0c4-4c9f-9c7f-ea437288e0f9" providerId="ADAL" clId="{A7B8F06C-E88C-4C89-9CE2-A4AAC014B55A}" dt="2025-06-11T07:55:33.074" v="97" actId="2890"/>
        <pc:sldMkLst>
          <pc:docMk/>
          <pc:sldMk cId="3079854877" sldId="6074"/>
        </pc:sldMkLst>
      </pc:sldChg>
      <pc:sldChg chg="addSp delSp modSp add mod">
        <pc:chgData name="Maciej Skibicki" userId="80ad3c52-a0c4-4c9f-9c7f-ea437288e0f9" providerId="ADAL" clId="{A7B8F06C-E88C-4C89-9CE2-A4AAC014B55A}" dt="2025-06-11T08:48:48.914" v="111" actId="1076"/>
        <pc:sldMkLst>
          <pc:docMk/>
          <pc:sldMk cId="1167569595" sldId="6075"/>
        </pc:sldMkLst>
        <pc:spChg chg="add del mod">
          <ac:chgData name="Maciej Skibicki" userId="80ad3c52-a0c4-4c9f-9c7f-ea437288e0f9" providerId="ADAL" clId="{A7B8F06C-E88C-4C89-9CE2-A4AAC014B55A}" dt="2025-06-11T08:48:39.834" v="108" actId="478"/>
          <ac:spMkLst>
            <pc:docMk/>
            <pc:sldMk cId="1167569595" sldId="6075"/>
            <ac:spMk id="5" creationId="{3821E1E5-D6FB-A716-2DB5-80F0F2319F7C}"/>
          </ac:spMkLst>
        </pc:spChg>
        <pc:spChg chg="del">
          <ac:chgData name="Maciej Skibicki" userId="80ad3c52-a0c4-4c9f-9c7f-ea437288e0f9" providerId="ADAL" clId="{A7B8F06C-E88C-4C89-9CE2-A4AAC014B55A}" dt="2025-06-11T08:48:36.626" v="107" actId="478"/>
          <ac:spMkLst>
            <pc:docMk/>
            <pc:sldMk cId="1167569595" sldId="6075"/>
            <ac:spMk id="6" creationId="{7B11C30F-059A-26A9-395C-48D82384192C}"/>
          </ac:spMkLst>
        </pc:spChg>
        <pc:picChg chg="add mod">
          <ac:chgData name="Maciej Skibicki" userId="80ad3c52-a0c4-4c9f-9c7f-ea437288e0f9" providerId="ADAL" clId="{A7B8F06C-E88C-4C89-9CE2-A4AAC014B55A}" dt="2025-06-11T08:48:48.914" v="111" actId="1076"/>
          <ac:picMkLst>
            <pc:docMk/>
            <pc:sldMk cId="1167569595" sldId="6075"/>
            <ac:picMk id="3" creationId="{667C3C1B-0071-3943-E020-EB34A8E7FC91}"/>
          </ac:picMkLst>
        </pc:picChg>
        <pc:picChg chg="del">
          <ac:chgData name="Maciej Skibicki" userId="80ad3c52-a0c4-4c9f-9c7f-ea437288e0f9" providerId="ADAL" clId="{A7B8F06C-E88C-4C89-9CE2-A4AAC014B55A}" dt="2025-06-11T08:48:46.076" v="110" actId="478"/>
          <ac:picMkLst>
            <pc:docMk/>
            <pc:sldMk cId="1167569595" sldId="6075"/>
            <ac:picMk id="8" creationId="{AD64744C-322F-8003-4A43-81467ACEE318}"/>
          </ac:picMkLst>
        </pc:picChg>
      </pc:sldChg>
      <pc:sldChg chg="new del">
        <pc:chgData name="Maciej Skibicki" userId="80ad3c52-a0c4-4c9f-9c7f-ea437288e0f9" providerId="ADAL" clId="{A7B8F06C-E88C-4C89-9CE2-A4AAC014B55A}" dt="2025-06-11T08:43:40.774" v="100" actId="47"/>
        <pc:sldMkLst>
          <pc:docMk/>
          <pc:sldMk cId="3651418448" sldId="6075"/>
        </pc:sldMkLst>
      </pc:sldChg>
      <pc:sldChg chg="new del">
        <pc:chgData name="Maciej Skibicki" userId="80ad3c52-a0c4-4c9f-9c7f-ea437288e0f9" providerId="ADAL" clId="{A7B8F06C-E88C-4C89-9CE2-A4AAC014B55A}" dt="2025-06-11T08:43:42.711" v="101" actId="47"/>
        <pc:sldMkLst>
          <pc:docMk/>
          <pc:sldMk cId="554207733" sldId="6076"/>
        </pc:sldMkLst>
      </pc:sldChg>
      <pc:sldChg chg="modSp add mod">
        <pc:chgData name="Maciej Skibicki" userId="80ad3c52-a0c4-4c9f-9c7f-ea437288e0f9" providerId="ADAL" clId="{A7B8F06C-E88C-4C89-9CE2-A4AAC014B55A}" dt="2025-06-11T08:50:04.807" v="117" actId="1076"/>
        <pc:sldMkLst>
          <pc:docMk/>
          <pc:sldMk cId="569050836" sldId="6076"/>
        </pc:sldMkLst>
        <pc:picChg chg="mod">
          <ac:chgData name="Maciej Skibicki" userId="80ad3c52-a0c4-4c9f-9c7f-ea437288e0f9" providerId="ADAL" clId="{A7B8F06C-E88C-4C89-9CE2-A4AAC014B55A}" dt="2025-06-11T08:50:04.807" v="117" actId="1076"/>
          <ac:picMkLst>
            <pc:docMk/>
            <pc:sldMk cId="569050836" sldId="6076"/>
            <ac:picMk id="3" creationId="{FC1491C5-9B13-373E-04C5-A6FBC553FF15}"/>
          </ac:picMkLst>
        </pc:picChg>
      </pc:sldChg>
      <pc:sldMasterChg chg="delSldLayout">
        <pc:chgData name="Maciej Skibicki" userId="80ad3c52-a0c4-4c9f-9c7f-ea437288e0f9" providerId="ADAL" clId="{A7B8F06C-E88C-4C89-9CE2-A4AAC014B55A}" dt="2025-06-11T07:51:50.923" v="46" actId="47"/>
        <pc:sldMasterMkLst>
          <pc:docMk/>
          <pc:sldMasterMk cId="3920421867" sldId="2147483663"/>
        </pc:sldMasterMkLst>
        <pc:sldLayoutChg chg="del">
          <pc:chgData name="Maciej Skibicki" userId="80ad3c52-a0c4-4c9f-9c7f-ea437288e0f9" providerId="ADAL" clId="{A7B8F06C-E88C-4C89-9CE2-A4AAC014B55A}" dt="2025-06-11T07:51:50.923" v="46" actId="47"/>
          <pc:sldLayoutMkLst>
            <pc:docMk/>
            <pc:sldMasterMk cId="3920421867" sldId="2147483663"/>
            <pc:sldLayoutMk cId="1102120719" sldId="2147483672"/>
          </pc:sldLayoutMkLst>
        </pc:sldLayoutChg>
      </pc:sldMasterChg>
      <pc:sldMasterChg chg="delSldLayout">
        <pc:chgData name="Maciej Skibicki" userId="80ad3c52-a0c4-4c9f-9c7f-ea437288e0f9" providerId="ADAL" clId="{A7B8F06C-E88C-4C89-9CE2-A4AAC014B55A}" dt="2025-06-11T07:52:05.438" v="48" actId="47"/>
        <pc:sldMasterMkLst>
          <pc:docMk/>
          <pc:sldMasterMk cId="2690404951" sldId="2147483675"/>
        </pc:sldMasterMkLst>
        <pc:sldLayoutChg chg="del">
          <pc:chgData name="Maciej Skibicki" userId="80ad3c52-a0c4-4c9f-9c7f-ea437288e0f9" providerId="ADAL" clId="{A7B8F06C-E88C-4C89-9CE2-A4AAC014B55A}" dt="2025-06-11T07:52:05.438" v="48" actId="47"/>
          <pc:sldLayoutMkLst>
            <pc:docMk/>
            <pc:sldMasterMk cId="2690404951" sldId="2147483675"/>
            <pc:sldLayoutMk cId="1139382257" sldId="2147483684"/>
          </pc:sldLayoutMkLst>
        </pc:sldLayoutChg>
      </pc:sldMasterChg>
    </pc:docChg>
  </pc:docChgLst>
  <pc:docChgLst>
    <pc:chgData name="Arkadiusz Strzeżek" userId="c2d710f4-2a4d-4fcd-b7b2-01bfb109e4e0" providerId="ADAL" clId="{C546DE5C-A101-4ADF-85C0-D8A77AC76135}"/>
    <pc:docChg chg="undo custSel addSld modSld sldOrd modSection">
      <pc:chgData name="Arkadiusz Strzeżek" userId="c2d710f4-2a4d-4fcd-b7b2-01bfb109e4e0" providerId="ADAL" clId="{C546DE5C-A101-4ADF-85C0-D8A77AC76135}" dt="2024-12-13T15:25:18.921" v="317" actId="22"/>
      <pc:docMkLst>
        <pc:docMk/>
      </pc:docMkLst>
      <pc:sldChg chg="modSp mod">
        <pc:chgData name="Arkadiusz Strzeżek" userId="c2d710f4-2a4d-4fcd-b7b2-01bfb109e4e0" providerId="ADAL" clId="{C546DE5C-A101-4ADF-85C0-D8A77AC76135}" dt="2024-12-13T15:02:52.799" v="124" actId="1076"/>
        <pc:sldMkLst>
          <pc:docMk/>
          <pc:sldMk cId="3554839317" sldId="268"/>
        </pc:sldMkLst>
      </pc:sldChg>
      <pc:sldChg chg="modSp mod">
        <pc:chgData name="Arkadiusz Strzeżek" userId="c2d710f4-2a4d-4fcd-b7b2-01bfb109e4e0" providerId="ADAL" clId="{C546DE5C-A101-4ADF-85C0-D8A77AC76135}" dt="2024-12-13T15:17:41.096" v="246" actId="14100"/>
        <pc:sldMkLst>
          <pc:docMk/>
          <pc:sldMk cId="4211707363" sldId="281"/>
        </pc:sldMkLst>
      </pc:sldChg>
      <pc:sldChg chg="addSp delSp modSp mod">
        <pc:chgData name="Arkadiusz Strzeżek" userId="c2d710f4-2a4d-4fcd-b7b2-01bfb109e4e0" providerId="ADAL" clId="{C546DE5C-A101-4ADF-85C0-D8A77AC76135}" dt="2024-12-13T13:38:40.659" v="120" actId="1076"/>
        <pc:sldMkLst>
          <pc:docMk/>
          <pc:sldMk cId="3474379127" sldId="284"/>
        </pc:sldMkLst>
      </pc:sldChg>
      <pc:sldChg chg="modSp mod">
        <pc:chgData name="Arkadiusz Strzeżek" userId="c2d710f4-2a4d-4fcd-b7b2-01bfb109e4e0" providerId="ADAL" clId="{C546DE5C-A101-4ADF-85C0-D8A77AC76135}" dt="2024-12-13T13:39:08.008" v="122" actId="20577"/>
        <pc:sldMkLst>
          <pc:docMk/>
          <pc:sldMk cId="1331086100" sldId="293"/>
        </pc:sldMkLst>
      </pc:sldChg>
      <pc:sldChg chg="addSp delSp modSp mod">
        <pc:chgData name="Arkadiusz Strzeżek" userId="c2d710f4-2a4d-4fcd-b7b2-01bfb109e4e0" providerId="ADAL" clId="{C546DE5C-A101-4ADF-85C0-D8A77AC76135}" dt="2024-12-13T15:22:35.434" v="285" actId="1076"/>
        <pc:sldMkLst>
          <pc:docMk/>
          <pc:sldMk cId="4249460794" sldId="319"/>
        </pc:sldMkLst>
      </pc:sldChg>
      <pc:sldChg chg="modSp mod">
        <pc:chgData name="Arkadiusz Strzeżek" userId="c2d710f4-2a4d-4fcd-b7b2-01bfb109e4e0" providerId="ADAL" clId="{C546DE5C-A101-4ADF-85C0-D8A77AC76135}" dt="2024-12-13T15:03:08.765" v="143" actId="14100"/>
        <pc:sldMkLst>
          <pc:docMk/>
          <pc:sldMk cId="3336748396" sldId="322"/>
        </pc:sldMkLst>
      </pc:sldChg>
      <pc:sldChg chg="modSp mod">
        <pc:chgData name="Arkadiusz Strzeżek" userId="c2d710f4-2a4d-4fcd-b7b2-01bfb109e4e0" providerId="ADAL" clId="{C546DE5C-A101-4ADF-85C0-D8A77AC76135}" dt="2024-12-13T15:09:42.433" v="171" actId="20577"/>
        <pc:sldMkLst>
          <pc:docMk/>
          <pc:sldMk cId="2987947555" sldId="323"/>
        </pc:sldMkLst>
      </pc:sldChg>
      <pc:sldChg chg="modSp mod">
        <pc:chgData name="Arkadiusz Strzeżek" userId="c2d710f4-2a4d-4fcd-b7b2-01bfb109e4e0" providerId="ADAL" clId="{C546DE5C-A101-4ADF-85C0-D8A77AC76135}" dt="2024-12-13T12:03:25.332" v="58" actId="1440"/>
        <pc:sldMkLst>
          <pc:docMk/>
          <pc:sldMk cId="3842411939" sldId="325"/>
        </pc:sldMkLst>
      </pc:sldChg>
      <pc:sldChg chg="addSp delSp modSp add mod">
        <pc:chgData name="Arkadiusz Strzeżek" userId="c2d710f4-2a4d-4fcd-b7b2-01bfb109e4e0" providerId="ADAL" clId="{C546DE5C-A101-4ADF-85C0-D8A77AC76135}" dt="2024-12-13T11:58:31.532" v="19" actId="1076"/>
        <pc:sldMkLst>
          <pc:docMk/>
          <pc:sldMk cId="2048173876" sldId="326"/>
        </pc:sldMkLst>
      </pc:sldChg>
      <pc:sldChg chg="addSp delSp modSp add mod">
        <pc:chgData name="Arkadiusz Strzeżek" userId="c2d710f4-2a4d-4fcd-b7b2-01bfb109e4e0" providerId="ADAL" clId="{C546DE5C-A101-4ADF-85C0-D8A77AC76135}" dt="2024-12-13T12:06:47.459" v="74" actId="1440"/>
        <pc:sldMkLst>
          <pc:docMk/>
          <pc:sldMk cId="1792724185" sldId="327"/>
        </pc:sldMkLst>
      </pc:sldChg>
      <pc:sldChg chg="addSp delSp modSp add mod">
        <pc:chgData name="Arkadiusz Strzeżek" userId="c2d710f4-2a4d-4fcd-b7b2-01bfb109e4e0" providerId="ADAL" clId="{C546DE5C-A101-4ADF-85C0-D8A77AC76135}" dt="2024-12-13T12:06:25.599" v="72" actId="1076"/>
        <pc:sldMkLst>
          <pc:docMk/>
          <pc:sldMk cId="2407391358" sldId="328"/>
        </pc:sldMkLst>
      </pc:sldChg>
      <pc:sldChg chg="addSp delSp modSp add mod ord">
        <pc:chgData name="Arkadiusz Strzeżek" userId="c2d710f4-2a4d-4fcd-b7b2-01bfb109e4e0" providerId="ADAL" clId="{C546DE5C-A101-4ADF-85C0-D8A77AC76135}" dt="2024-12-13T13:36:43.781" v="119" actId="1076"/>
        <pc:sldMkLst>
          <pc:docMk/>
          <pc:sldMk cId="2587449425" sldId="329"/>
        </pc:sldMkLst>
      </pc:sldChg>
      <pc:sldChg chg="modSp add mod modClrScheme chgLayout">
        <pc:chgData name="Arkadiusz Strzeżek" userId="c2d710f4-2a4d-4fcd-b7b2-01bfb109e4e0" providerId="ADAL" clId="{C546DE5C-A101-4ADF-85C0-D8A77AC76135}" dt="2024-12-13T13:34:00.661" v="102" actId="700"/>
        <pc:sldMkLst>
          <pc:docMk/>
          <pc:sldMk cId="3226378867" sldId="6026"/>
        </pc:sldMkLst>
      </pc:sldChg>
      <pc:sldChg chg="addSp delSp modSp add mod modClrScheme chgLayout">
        <pc:chgData name="Arkadiusz Strzeżek" userId="c2d710f4-2a4d-4fcd-b7b2-01bfb109e4e0" providerId="ADAL" clId="{C546DE5C-A101-4ADF-85C0-D8A77AC76135}" dt="2024-12-13T13:33:34.194" v="98" actId="255"/>
        <pc:sldMkLst>
          <pc:docMk/>
          <pc:sldMk cId="1155815569" sldId="6036"/>
        </pc:sldMkLst>
      </pc:sldChg>
      <pc:sldChg chg="addSp delSp modSp add mod">
        <pc:chgData name="Arkadiusz Strzeżek" userId="c2d710f4-2a4d-4fcd-b7b2-01bfb109e4e0" providerId="ADAL" clId="{C546DE5C-A101-4ADF-85C0-D8A77AC76135}" dt="2024-12-13T15:05:12.693" v="151" actId="1076"/>
        <pc:sldMkLst>
          <pc:docMk/>
          <pc:sldMk cId="4262096652" sldId="6037"/>
        </pc:sldMkLst>
      </pc:sldChg>
      <pc:sldChg chg="addSp delSp modSp add mod">
        <pc:chgData name="Arkadiusz Strzeżek" userId="c2d710f4-2a4d-4fcd-b7b2-01bfb109e4e0" providerId="ADAL" clId="{C546DE5C-A101-4ADF-85C0-D8A77AC76135}" dt="2024-12-13T15:07:53.364" v="161" actId="1076"/>
        <pc:sldMkLst>
          <pc:docMk/>
          <pc:sldMk cId="2494323170" sldId="6038"/>
        </pc:sldMkLst>
      </pc:sldChg>
      <pc:sldChg chg="addSp delSp modSp add mod">
        <pc:chgData name="Arkadiusz Strzeżek" userId="c2d710f4-2a4d-4fcd-b7b2-01bfb109e4e0" providerId="ADAL" clId="{C546DE5C-A101-4ADF-85C0-D8A77AC76135}" dt="2024-12-13T15:10:34.025" v="184" actId="1076"/>
        <pc:sldMkLst>
          <pc:docMk/>
          <pc:sldMk cId="140044961" sldId="6039"/>
        </pc:sldMkLst>
      </pc:sldChg>
      <pc:sldChg chg="addSp delSp modSp add mod">
        <pc:chgData name="Arkadiusz Strzeżek" userId="c2d710f4-2a4d-4fcd-b7b2-01bfb109e4e0" providerId="ADAL" clId="{C546DE5C-A101-4ADF-85C0-D8A77AC76135}" dt="2024-12-13T15:13:18.319" v="241" actId="1076"/>
        <pc:sldMkLst>
          <pc:docMk/>
          <pc:sldMk cId="1713833341" sldId="6040"/>
        </pc:sldMkLst>
      </pc:sldChg>
      <pc:sldChg chg="addSp delSp modSp add mod">
        <pc:chgData name="Arkadiusz Strzeżek" userId="c2d710f4-2a4d-4fcd-b7b2-01bfb109e4e0" providerId="ADAL" clId="{C546DE5C-A101-4ADF-85C0-D8A77AC76135}" dt="2024-12-13T15:25:08.327" v="314" actId="22"/>
        <pc:sldMkLst>
          <pc:docMk/>
          <pc:sldMk cId="3399482329" sldId="6041"/>
        </pc:sldMkLst>
      </pc:sldChg>
      <pc:sldChg chg="addSp delSp add mod">
        <pc:chgData name="Arkadiusz Strzeżek" userId="c2d710f4-2a4d-4fcd-b7b2-01bfb109e4e0" providerId="ADAL" clId="{C546DE5C-A101-4ADF-85C0-D8A77AC76135}" dt="2024-12-13T15:25:18.921" v="317" actId="22"/>
        <pc:sldMkLst>
          <pc:docMk/>
          <pc:sldMk cId="3878665781" sldId="6042"/>
        </pc:sldMkLst>
      </pc:sldChg>
    </pc:docChg>
  </pc:docChgLst>
  <pc:docChgLst>
    <pc:chgData name="Maciej Skibicki" userId="S::maciej.skibicki@promise.pl::80ad3c52-a0c4-4c9f-9c7f-ea437288e0f9" providerId="AD" clId="Web-{8274EE68-0772-D594-81EB-B1A81E125867}"/>
    <pc:docChg chg="modSld">
      <pc:chgData name="Maciej Skibicki" userId="S::maciej.skibicki@promise.pl::80ad3c52-a0c4-4c9f-9c7f-ea437288e0f9" providerId="AD" clId="Web-{8274EE68-0772-D594-81EB-B1A81E125867}" dt="2025-05-06T08:47:52.148" v="2" actId="20577"/>
      <pc:docMkLst>
        <pc:docMk/>
      </pc:docMkLst>
      <pc:sldChg chg="modSp">
        <pc:chgData name="Maciej Skibicki" userId="S::maciej.skibicki@promise.pl::80ad3c52-a0c4-4c9f-9c7f-ea437288e0f9" providerId="AD" clId="Web-{8274EE68-0772-D594-81EB-B1A81E125867}" dt="2025-05-06T08:47:52.148" v="2" actId="20577"/>
        <pc:sldMkLst>
          <pc:docMk/>
          <pc:sldMk cId="837455427" sldId="260"/>
        </pc:sldMkLst>
        <pc:spChg chg="mod">
          <ac:chgData name="Maciej Skibicki" userId="S::maciej.skibicki@promise.pl::80ad3c52-a0c4-4c9f-9c7f-ea437288e0f9" providerId="AD" clId="Web-{8274EE68-0772-D594-81EB-B1A81E125867}" dt="2025-05-06T08:47:52.148" v="2" actId="20577"/>
          <ac:spMkLst>
            <pc:docMk/>
            <pc:sldMk cId="837455427" sldId="260"/>
            <ac:spMk id="2" creationId="{EA746C6B-97E7-8043-965A-7E05DEAFF74D}"/>
          </ac:spMkLst>
        </pc:spChg>
      </pc:sldChg>
    </pc:docChg>
  </pc:docChgLst>
  <pc:docChgLst>
    <pc:chgData name="Maciej Skibicki" userId="S::maciej.skibicki@promise.pl::80ad3c52-a0c4-4c9f-9c7f-ea437288e0f9" providerId="AD" clId="Web-{0C30C2DF-B71A-7816-7D8A-2E768486EB51}"/>
    <pc:docChg chg="modSld">
      <pc:chgData name="Maciej Skibicki" userId="S::maciej.skibicki@promise.pl::80ad3c52-a0c4-4c9f-9c7f-ea437288e0f9" providerId="AD" clId="Web-{0C30C2DF-B71A-7816-7D8A-2E768486EB51}" dt="2025-06-09T08:49:51.505" v="2" actId="20577"/>
      <pc:docMkLst>
        <pc:docMk/>
      </pc:docMkLst>
      <pc:sldChg chg="modSp">
        <pc:chgData name="Maciej Skibicki" userId="S::maciej.skibicki@promise.pl::80ad3c52-a0c4-4c9f-9c7f-ea437288e0f9" providerId="AD" clId="Web-{0C30C2DF-B71A-7816-7D8A-2E768486EB51}" dt="2025-06-09T08:49:51.505" v="2" actId="20577"/>
        <pc:sldMkLst>
          <pc:docMk/>
          <pc:sldMk cId="2048173876" sldId="326"/>
        </pc:sldMkLst>
        <pc:spChg chg="mod">
          <ac:chgData name="Maciej Skibicki" userId="S::maciej.skibicki@promise.pl::80ad3c52-a0c4-4c9f-9c7f-ea437288e0f9" providerId="AD" clId="Web-{0C30C2DF-B71A-7816-7D8A-2E768486EB51}" dt="2025-06-09T08:49:51.505" v="2" actId="20577"/>
          <ac:spMkLst>
            <pc:docMk/>
            <pc:sldMk cId="2048173876" sldId="326"/>
            <ac:spMk id="6" creationId="{EE48FB0C-F5F0-95FA-9964-FE116E3EAAF6}"/>
          </ac:spMkLst>
        </pc:spChg>
      </pc:sldChg>
    </pc:docChg>
  </pc:docChgLst>
  <pc:docChgLst>
    <pc:chgData name="Arkadiusz Strzeżek" userId="c2d710f4-2a4d-4fcd-b7b2-01bfb109e4e0" providerId="ADAL" clId="{70EEEC5B-C6CF-4B85-BBE1-4BD9556CB506}"/>
    <pc:docChg chg="undo custSel addSld modSld sldOrd modSection">
      <pc:chgData name="Arkadiusz Strzeżek" userId="c2d710f4-2a4d-4fcd-b7b2-01bfb109e4e0" providerId="ADAL" clId="{70EEEC5B-C6CF-4B85-BBE1-4BD9556CB506}" dt="2025-06-11T08:51:44.527" v="762" actId="1076"/>
      <pc:docMkLst>
        <pc:docMk/>
      </pc:docMkLst>
      <pc:sldChg chg="modSp mod">
        <pc:chgData name="Arkadiusz Strzeżek" userId="c2d710f4-2a4d-4fcd-b7b2-01bfb109e4e0" providerId="ADAL" clId="{70EEEC5B-C6CF-4B85-BBE1-4BD9556CB506}" dt="2025-06-04T10:49:32.992" v="18" actId="14100"/>
        <pc:sldMkLst>
          <pc:docMk/>
          <pc:sldMk cId="837455427" sldId="260"/>
        </pc:sldMkLst>
        <pc:spChg chg="mod">
          <ac:chgData name="Arkadiusz Strzeżek" userId="c2d710f4-2a4d-4fcd-b7b2-01bfb109e4e0" providerId="ADAL" clId="{70EEEC5B-C6CF-4B85-BBE1-4BD9556CB506}" dt="2025-06-04T10:49:32.992" v="18" actId="14100"/>
          <ac:spMkLst>
            <pc:docMk/>
            <pc:sldMk cId="837455427" sldId="260"/>
            <ac:spMk id="3" creationId="{E7DA01E6-71AD-2442-A4F7-5350C6C7CA1E}"/>
          </ac:spMkLst>
        </pc:spChg>
      </pc:sldChg>
      <pc:sldChg chg="modSp mod">
        <pc:chgData name="Arkadiusz Strzeżek" userId="c2d710f4-2a4d-4fcd-b7b2-01bfb109e4e0" providerId="ADAL" clId="{70EEEC5B-C6CF-4B85-BBE1-4BD9556CB506}" dt="2025-06-04T11:35:52.177" v="98" actId="1076"/>
        <pc:sldMkLst>
          <pc:docMk/>
          <pc:sldMk cId="2500280266" sldId="280"/>
        </pc:sldMkLst>
        <pc:spChg chg="mod">
          <ac:chgData name="Arkadiusz Strzeżek" userId="c2d710f4-2a4d-4fcd-b7b2-01bfb109e4e0" providerId="ADAL" clId="{70EEEC5B-C6CF-4B85-BBE1-4BD9556CB506}" dt="2025-06-04T11:35:52.177" v="98" actId="1076"/>
          <ac:spMkLst>
            <pc:docMk/>
            <pc:sldMk cId="2500280266" sldId="280"/>
            <ac:spMk id="3" creationId="{41A6967E-EF9E-D540-750A-56586B652A6A}"/>
          </ac:spMkLst>
        </pc:spChg>
      </pc:sldChg>
      <pc:sldChg chg="mod modShow">
        <pc:chgData name="Arkadiusz Strzeżek" userId="c2d710f4-2a4d-4fcd-b7b2-01bfb109e4e0" providerId="ADAL" clId="{70EEEC5B-C6CF-4B85-BBE1-4BD9556CB506}" dt="2025-06-11T00:15:05.248" v="587" actId="729"/>
        <pc:sldMkLst>
          <pc:docMk/>
          <pc:sldMk cId="4249460794" sldId="319"/>
        </pc:sldMkLst>
      </pc:sldChg>
      <pc:sldChg chg="addSp delSp modSp mod ord">
        <pc:chgData name="Arkadiusz Strzeżek" userId="c2d710f4-2a4d-4fcd-b7b2-01bfb109e4e0" providerId="ADAL" clId="{70EEEC5B-C6CF-4B85-BBE1-4BD9556CB506}" dt="2025-06-05T12:57:53.413" v="430" actId="1440"/>
        <pc:sldMkLst>
          <pc:docMk/>
          <pc:sldMk cId="3399482329" sldId="6041"/>
        </pc:sldMkLst>
        <pc:spChg chg="add mod">
          <ac:chgData name="Arkadiusz Strzeżek" userId="c2d710f4-2a4d-4fcd-b7b2-01bfb109e4e0" providerId="ADAL" clId="{70EEEC5B-C6CF-4B85-BBE1-4BD9556CB506}" dt="2025-06-05T11:39:59.548" v="331" actId="1076"/>
          <ac:spMkLst>
            <pc:docMk/>
            <pc:sldMk cId="3399482329" sldId="6041"/>
            <ac:spMk id="6" creationId="{252FC54C-F8A4-BFE1-9C0A-6399B6805E79}"/>
          </ac:spMkLst>
        </pc:spChg>
        <pc:spChg chg="mod">
          <ac:chgData name="Arkadiusz Strzeżek" userId="c2d710f4-2a4d-4fcd-b7b2-01bfb109e4e0" providerId="ADAL" clId="{70EEEC5B-C6CF-4B85-BBE1-4BD9556CB506}" dt="2025-06-05T11:35:30.273" v="288" actId="20577"/>
          <ac:spMkLst>
            <pc:docMk/>
            <pc:sldMk cId="3399482329" sldId="6041"/>
            <ac:spMk id="8" creationId="{7E5838B6-23E6-7AD2-B13E-B9335395B93E}"/>
          </ac:spMkLst>
        </pc:spChg>
        <pc:spChg chg="add mod">
          <ac:chgData name="Arkadiusz Strzeżek" userId="c2d710f4-2a4d-4fcd-b7b2-01bfb109e4e0" providerId="ADAL" clId="{70EEEC5B-C6CF-4B85-BBE1-4BD9556CB506}" dt="2025-06-05T11:39:45.455" v="326"/>
          <ac:spMkLst>
            <pc:docMk/>
            <pc:sldMk cId="3399482329" sldId="6041"/>
            <ac:spMk id="11" creationId="{109C21F2-79A4-429B-C2C3-3F0F34256948}"/>
          </ac:spMkLst>
        </pc:spChg>
        <pc:picChg chg="add mod">
          <ac:chgData name="Arkadiusz Strzeżek" userId="c2d710f4-2a4d-4fcd-b7b2-01bfb109e4e0" providerId="ADAL" clId="{70EEEC5B-C6CF-4B85-BBE1-4BD9556CB506}" dt="2025-06-05T12:57:53.413" v="430" actId="1440"/>
          <ac:picMkLst>
            <pc:docMk/>
            <pc:sldMk cId="3399482329" sldId="6041"/>
            <ac:picMk id="9" creationId="{CEB8500A-976A-E121-A840-8F4F4AF0C8EF}"/>
          </ac:picMkLst>
        </pc:picChg>
      </pc:sldChg>
      <pc:sldChg chg="modSp mod ord">
        <pc:chgData name="Arkadiusz Strzeżek" userId="c2d710f4-2a4d-4fcd-b7b2-01bfb109e4e0" providerId="ADAL" clId="{70EEEC5B-C6CF-4B85-BBE1-4BD9556CB506}" dt="2025-06-05T12:52:11.136" v="341" actId="20577"/>
        <pc:sldMkLst>
          <pc:docMk/>
          <pc:sldMk cId="3878665781" sldId="6042"/>
        </pc:sldMkLst>
        <pc:spChg chg="mod">
          <ac:chgData name="Arkadiusz Strzeżek" userId="c2d710f4-2a4d-4fcd-b7b2-01bfb109e4e0" providerId="ADAL" clId="{70EEEC5B-C6CF-4B85-BBE1-4BD9556CB506}" dt="2025-06-05T12:52:11.136" v="341" actId="20577"/>
          <ac:spMkLst>
            <pc:docMk/>
            <pc:sldMk cId="3878665781" sldId="6042"/>
            <ac:spMk id="8" creationId="{7E5838B6-23E6-7AD2-B13E-B9335395B93E}"/>
          </ac:spMkLst>
        </pc:spChg>
      </pc:sldChg>
      <pc:sldChg chg="modSp mod">
        <pc:chgData name="Arkadiusz Strzeżek" userId="c2d710f4-2a4d-4fcd-b7b2-01bfb109e4e0" providerId="ADAL" clId="{70EEEC5B-C6CF-4B85-BBE1-4BD9556CB506}" dt="2025-06-11T00:16:34.749" v="606" actId="20577"/>
        <pc:sldMkLst>
          <pc:docMk/>
          <pc:sldMk cId="2476186065" sldId="6043"/>
        </pc:sldMkLst>
        <pc:spChg chg="mod">
          <ac:chgData name="Arkadiusz Strzeżek" userId="c2d710f4-2a4d-4fcd-b7b2-01bfb109e4e0" providerId="ADAL" clId="{70EEEC5B-C6CF-4B85-BBE1-4BD9556CB506}" dt="2025-06-11T00:16:34.749" v="606" actId="20577"/>
          <ac:spMkLst>
            <pc:docMk/>
            <pc:sldMk cId="2476186065" sldId="6043"/>
            <ac:spMk id="3" creationId="{B1A23A26-3665-46EE-3919-30084A116495}"/>
          </ac:spMkLst>
        </pc:spChg>
      </pc:sldChg>
      <pc:sldChg chg="modSp add mod ord">
        <pc:chgData name="Arkadiusz Strzeżek" userId="c2d710f4-2a4d-4fcd-b7b2-01bfb109e4e0" providerId="ADAL" clId="{70EEEC5B-C6CF-4B85-BBE1-4BD9556CB506}" dt="2025-06-04T10:50:24.095" v="31" actId="1076"/>
        <pc:sldMkLst>
          <pc:docMk/>
          <pc:sldMk cId="3054042564" sldId="6044"/>
        </pc:sldMkLst>
        <pc:spChg chg="mod">
          <ac:chgData name="Arkadiusz Strzeżek" userId="c2d710f4-2a4d-4fcd-b7b2-01bfb109e4e0" providerId="ADAL" clId="{70EEEC5B-C6CF-4B85-BBE1-4BD9556CB506}" dt="2025-06-04T10:50:24.095" v="31" actId="1076"/>
          <ac:spMkLst>
            <pc:docMk/>
            <pc:sldMk cId="3054042564" sldId="6044"/>
            <ac:spMk id="3" creationId="{CEDADFC9-EEB7-6E2B-A009-CDCEF2DA2E2C}"/>
          </ac:spMkLst>
        </pc:spChg>
      </pc:sldChg>
      <pc:sldChg chg="modSp add mod ord">
        <pc:chgData name="Arkadiusz Strzeżek" userId="c2d710f4-2a4d-4fcd-b7b2-01bfb109e4e0" providerId="ADAL" clId="{70EEEC5B-C6CF-4B85-BBE1-4BD9556CB506}" dt="2025-06-04T10:50:42.465" v="36" actId="20577"/>
        <pc:sldMkLst>
          <pc:docMk/>
          <pc:sldMk cId="2370480308" sldId="6045"/>
        </pc:sldMkLst>
        <pc:spChg chg="mod">
          <ac:chgData name="Arkadiusz Strzeżek" userId="c2d710f4-2a4d-4fcd-b7b2-01bfb109e4e0" providerId="ADAL" clId="{70EEEC5B-C6CF-4B85-BBE1-4BD9556CB506}" dt="2025-06-04T10:50:42.465" v="36" actId="20577"/>
          <ac:spMkLst>
            <pc:docMk/>
            <pc:sldMk cId="2370480308" sldId="6045"/>
            <ac:spMk id="3" creationId="{6FC748C5-E0E6-2B6A-62E1-35F90F440253}"/>
          </ac:spMkLst>
        </pc:spChg>
      </pc:sldChg>
      <pc:sldChg chg="modSp add mod ord">
        <pc:chgData name="Arkadiusz Strzeżek" userId="c2d710f4-2a4d-4fcd-b7b2-01bfb109e4e0" providerId="ADAL" clId="{70EEEC5B-C6CF-4B85-BBE1-4BD9556CB506}" dt="2025-06-04T10:52:38.860" v="44" actId="20577"/>
        <pc:sldMkLst>
          <pc:docMk/>
          <pc:sldMk cId="2030702035" sldId="6046"/>
        </pc:sldMkLst>
        <pc:spChg chg="mod">
          <ac:chgData name="Arkadiusz Strzeżek" userId="c2d710f4-2a4d-4fcd-b7b2-01bfb109e4e0" providerId="ADAL" clId="{70EEEC5B-C6CF-4B85-BBE1-4BD9556CB506}" dt="2025-06-04T10:52:38.860" v="44" actId="20577"/>
          <ac:spMkLst>
            <pc:docMk/>
            <pc:sldMk cId="2030702035" sldId="6046"/>
            <ac:spMk id="3" creationId="{9C44D556-3317-DE6F-C6BB-4BB7AC65EF77}"/>
          </ac:spMkLst>
        </pc:spChg>
      </pc:sldChg>
      <pc:sldChg chg="modSp add mod ord">
        <pc:chgData name="Arkadiusz Strzeżek" userId="c2d710f4-2a4d-4fcd-b7b2-01bfb109e4e0" providerId="ADAL" clId="{70EEEC5B-C6CF-4B85-BBE1-4BD9556CB506}" dt="2025-06-04T10:52:57.417" v="51" actId="20577"/>
        <pc:sldMkLst>
          <pc:docMk/>
          <pc:sldMk cId="3775874921" sldId="6047"/>
        </pc:sldMkLst>
        <pc:spChg chg="mod">
          <ac:chgData name="Arkadiusz Strzeżek" userId="c2d710f4-2a4d-4fcd-b7b2-01bfb109e4e0" providerId="ADAL" clId="{70EEEC5B-C6CF-4B85-BBE1-4BD9556CB506}" dt="2025-06-04T10:52:57.417" v="51" actId="20577"/>
          <ac:spMkLst>
            <pc:docMk/>
            <pc:sldMk cId="3775874921" sldId="6047"/>
            <ac:spMk id="3" creationId="{BF08C982-BF97-F37B-11B9-F30F398F7410}"/>
          </ac:spMkLst>
        </pc:spChg>
      </pc:sldChg>
      <pc:sldChg chg="modSp add mod ord">
        <pc:chgData name="Arkadiusz Strzeżek" userId="c2d710f4-2a4d-4fcd-b7b2-01bfb109e4e0" providerId="ADAL" clId="{70EEEC5B-C6CF-4B85-BBE1-4BD9556CB506}" dt="2025-06-04T10:53:19.904" v="56" actId="20577"/>
        <pc:sldMkLst>
          <pc:docMk/>
          <pc:sldMk cId="3656327481" sldId="6048"/>
        </pc:sldMkLst>
        <pc:spChg chg="mod">
          <ac:chgData name="Arkadiusz Strzeżek" userId="c2d710f4-2a4d-4fcd-b7b2-01bfb109e4e0" providerId="ADAL" clId="{70EEEC5B-C6CF-4B85-BBE1-4BD9556CB506}" dt="2025-06-04T10:53:19.904" v="56" actId="20577"/>
          <ac:spMkLst>
            <pc:docMk/>
            <pc:sldMk cId="3656327481" sldId="6048"/>
            <ac:spMk id="3" creationId="{10FA30D1-78AB-BDE6-25C4-71D8EBCC8122}"/>
          </ac:spMkLst>
        </pc:spChg>
      </pc:sldChg>
      <pc:sldChg chg="modSp add mod ord">
        <pc:chgData name="Arkadiusz Strzeżek" userId="c2d710f4-2a4d-4fcd-b7b2-01bfb109e4e0" providerId="ADAL" clId="{70EEEC5B-C6CF-4B85-BBE1-4BD9556CB506}" dt="2025-06-09T10:22:13.299" v="477" actId="20577"/>
        <pc:sldMkLst>
          <pc:docMk/>
          <pc:sldMk cId="1319097076" sldId="6049"/>
        </pc:sldMkLst>
        <pc:spChg chg="mod">
          <ac:chgData name="Arkadiusz Strzeżek" userId="c2d710f4-2a4d-4fcd-b7b2-01bfb109e4e0" providerId="ADAL" clId="{70EEEC5B-C6CF-4B85-BBE1-4BD9556CB506}" dt="2025-06-09T10:22:13.299" v="477" actId="20577"/>
          <ac:spMkLst>
            <pc:docMk/>
            <pc:sldMk cId="1319097076" sldId="6049"/>
            <ac:spMk id="3" creationId="{7564F14D-A37D-ACD6-3D19-2722641B4F6C}"/>
          </ac:spMkLst>
        </pc:spChg>
      </pc:sldChg>
      <pc:sldChg chg="add">
        <pc:chgData name="Arkadiusz Strzeżek" userId="c2d710f4-2a4d-4fcd-b7b2-01bfb109e4e0" providerId="ADAL" clId="{70EEEC5B-C6CF-4B85-BBE1-4BD9556CB506}" dt="2025-06-04T11:35:13.615" v="60" actId="2890"/>
        <pc:sldMkLst>
          <pc:docMk/>
          <pc:sldMk cId="1799550031" sldId="6050"/>
        </pc:sldMkLst>
      </pc:sldChg>
      <pc:sldChg chg="modSp add mod">
        <pc:chgData name="Arkadiusz Strzeżek" userId="c2d710f4-2a4d-4fcd-b7b2-01bfb109e4e0" providerId="ADAL" clId="{70EEEC5B-C6CF-4B85-BBE1-4BD9556CB506}" dt="2025-06-05T11:30:40.812" v="267" actId="1076"/>
        <pc:sldMkLst>
          <pc:docMk/>
          <pc:sldMk cId="1313207218" sldId="6051"/>
        </pc:sldMkLst>
        <pc:spChg chg="mod">
          <ac:chgData name="Arkadiusz Strzeżek" userId="c2d710f4-2a4d-4fcd-b7b2-01bfb109e4e0" providerId="ADAL" clId="{70EEEC5B-C6CF-4B85-BBE1-4BD9556CB506}" dt="2025-06-05T11:30:40.812" v="267" actId="1076"/>
          <ac:spMkLst>
            <pc:docMk/>
            <pc:sldMk cId="1313207218" sldId="6051"/>
            <ac:spMk id="3" creationId="{364CA25E-AE57-CC25-884D-4637AE0879C2}"/>
          </ac:spMkLst>
        </pc:spChg>
      </pc:sldChg>
      <pc:sldChg chg="modSp add mod">
        <pc:chgData name="Arkadiusz Strzeżek" userId="c2d710f4-2a4d-4fcd-b7b2-01bfb109e4e0" providerId="ADAL" clId="{70EEEC5B-C6CF-4B85-BBE1-4BD9556CB506}" dt="2025-06-04T11:36:21.383" v="140" actId="1076"/>
        <pc:sldMkLst>
          <pc:docMk/>
          <pc:sldMk cId="474151050" sldId="6052"/>
        </pc:sldMkLst>
        <pc:spChg chg="mod">
          <ac:chgData name="Arkadiusz Strzeżek" userId="c2d710f4-2a4d-4fcd-b7b2-01bfb109e4e0" providerId="ADAL" clId="{70EEEC5B-C6CF-4B85-BBE1-4BD9556CB506}" dt="2025-06-04T11:36:21.383" v="140" actId="1076"/>
          <ac:spMkLst>
            <pc:docMk/>
            <pc:sldMk cId="474151050" sldId="6052"/>
            <ac:spMk id="3" creationId="{22A94719-2B09-1C17-94B6-298281BACEFD}"/>
          </ac:spMkLst>
        </pc:spChg>
      </pc:sldChg>
      <pc:sldChg chg="addSp delSp modSp add mod ord">
        <pc:chgData name="Arkadiusz Strzeżek" userId="c2d710f4-2a4d-4fcd-b7b2-01bfb109e4e0" providerId="ADAL" clId="{70EEEC5B-C6CF-4B85-BBE1-4BD9556CB506}" dt="2025-06-11T08:51:44.527" v="762" actId="1076"/>
        <pc:sldMkLst>
          <pc:docMk/>
          <pc:sldMk cId="281068635" sldId="6053"/>
        </pc:sldMkLst>
        <pc:spChg chg="mod">
          <ac:chgData name="Arkadiusz Strzeżek" userId="c2d710f4-2a4d-4fcd-b7b2-01bfb109e4e0" providerId="ADAL" clId="{70EEEC5B-C6CF-4B85-BBE1-4BD9556CB506}" dt="2025-06-11T00:54:14.905" v="721" actId="1076"/>
          <ac:spMkLst>
            <pc:docMk/>
            <pc:sldMk cId="281068635" sldId="6053"/>
            <ac:spMk id="8" creationId="{08082589-2FCE-757E-F527-88D82367CA22}"/>
          </ac:spMkLst>
        </pc:spChg>
        <pc:spChg chg="add del mod">
          <ac:chgData name="Arkadiusz Strzeżek" userId="c2d710f4-2a4d-4fcd-b7b2-01bfb109e4e0" providerId="ADAL" clId="{70EEEC5B-C6CF-4B85-BBE1-4BD9556CB506}" dt="2025-06-11T00:48:47.978" v="669" actId="478"/>
          <ac:spMkLst>
            <pc:docMk/>
            <pc:sldMk cId="281068635" sldId="6053"/>
            <ac:spMk id="11" creationId="{37542C06-F667-7CBA-55FF-0A04E09F111A}"/>
          </ac:spMkLst>
        </pc:spChg>
        <pc:spChg chg="add del mod">
          <ac:chgData name="Arkadiusz Strzeżek" userId="c2d710f4-2a4d-4fcd-b7b2-01bfb109e4e0" providerId="ADAL" clId="{70EEEC5B-C6CF-4B85-BBE1-4BD9556CB506}" dt="2025-06-11T00:55:08.117" v="740" actId="478"/>
          <ac:spMkLst>
            <pc:docMk/>
            <pc:sldMk cId="281068635" sldId="6053"/>
            <ac:spMk id="24" creationId="{9D2975A3-5C2B-1956-B3AF-2EA82A80AA4D}"/>
          </ac:spMkLst>
        </pc:spChg>
        <pc:spChg chg="add del mod">
          <ac:chgData name="Arkadiusz Strzeżek" userId="c2d710f4-2a4d-4fcd-b7b2-01bfb109e4e0" providerId="ADAL" clId="{70EEEC5B-C6CF-4B85-BBE1-4BD9556CB506}" dt="2025-06-11T00:55:08.814" v="741" actId="478"/>
          <ac:spMkLst>
            <pc:docMk/>
            <pc:sldMk cId="281068635" sldId="6053"/>
            <ac:spMk id="25" creationId="{B4E1F9D0-26CE-E997-ED6F-1F34EA21F114}"/>
          </ac:spMkLst>
        </pc:spChg>
        <pc:spChg chg="add mod">
          <ac:chgData name="Arkadiusz Strzeżek" userId="c2d710f4-2a4d-4fcd-b7b2-01bfb109e4e0" providerId="ADAL" clId="{70EEEC5B-C6CF-4B85-BBE1-4BD9556CB506}" dt="2025-06-11T08:51:44.527" v="762" actId="1076"/>
          <ac:spMkLst>
            <pc:docMk/>
            <pc:sldMk cId="281068635" sldId="6053"/>
            <ac:spMk id="27" creationId="{05DBC5FC-4774-2E84-E679-B703CC442AD2}"/>
          </ac:spMkLst>
        </pc:spChg>
        <pc:spChg chg="add mod">
          <ac:chgData name="Arkadiusz Strzeżek" userId="c2d710f4-2a4d-4fcd-b7b2-01bfb109e4e0" providerId="ADAL" clId="{70EEEC5B-C6CF-4B85-BBE1-4BD9556CB506}" dt="2025-06-11T00:57:23.750" v="758" actId="1076"/>
          <ac:spMkLst>
            <pc:docMk/>
            <pc:sldMk cId="281068635" sldId="6053"/>
            <ac:spMk id="28" creationId="{C46B1D75-F41D-FDDA-F090-B7049C07CE9C}"/>
          </ac:spMkLst>
        </pc:spChg>
        <pc:spChg chg="add mod">
          <ac:chgData name="Arkadiusz Strzeżek" userId="c2d710f4-2a4d-4fcd-b7b2-01bfb109e4e0" providerId="ADAL" clId="{70EEEC5B-C6CF-4B85-BBE1-4BD9556CB506}" dt="2025-06-11T00:57:23.750" v="758" actId="1076"/>
          <ac:spMkLst>
            <pc:docMk/>
            <pc:sldMk cId="281068635" sldId="6053"/>
            <ac:spMk id="29" creationId="{E0E7D390-E33E-083B-7D87-4A49EBDB36C5}"/>
          </ac:spMkLst>
        </pc:spChg>
        <pc:picChg chg="add del mod">
          <ac:chgData name="Arkadiusz Strzeżek" userId="c2d710f4-2a4d-4fcd-b7b2-01bfb109e4e0" providerId="ADAL" clId="{70EEEC5B-C6CF-4B85-BBE1-4BD9556CB506}" dt="2025-06-11T00:48:36.614" v="632" actId="478"/>
          <ac:picMkLst>
            <pc:docMk/>
            <pc:sldMk cId="281068635" sldId="6053"/>
            <ac:picMk id="3" creationId="{264E67B3-F767-88AE-0272-C333EEC6D9D1}"/>
          </ac:picMkLst>
        </pc:picChg>
        <pc:picChg chg="add del mod">
          <ac:chgData name="Arkadiusz Strzeżek" userId="c2d710f4-2a4d-4fcd-b7b2-01bfb109e4e0" providerId="ADAL" clId="{70EEEC5B-C6CF-4B85-BBE1-4BD9556CB506}" dt="2025-06-11T00:48:35.880" v="631" actId="478"/>
          <ac:picMkLst>
            <pc:docMk/>
            <pc:sldMk cId="281068635" sldId="6053"/>
            <ac:picMk id="6" creationId="{B67AE0EE-7EC3-C34C-55D1-F41245EF4F5F}"/>
          </ac:picMkLst>
        </pc:picChg>
        <pc:picChg chg="add del mod">
          <ac:chgData name="Arkadiusz Strzeżek" userId="c2d710f4-2a4d-4fcd-b7b2-01bfb109e4e0" providerId="ADAL" clId="{70EEEC5B-C6CF-4B85-BBE1-4BD9556CB506}" dt="2025-06-11T00:49:22.559" v="674" actId="478"/>
          <ac:picMkLst>
            <pc:docMk/>
            <pc:sldMk cId="281068635" sldId="6053"/>
            <ac:picMk id="13" creationId="{75F4940E-5776-6DB1-004D-18446BA881AE}"/>
          </ac:picMkLst>
        </pc:picChg>
        <pc:picChg chg="add del mod">
          <ac:chgData name="Arkadiusz Strzeżek" userId="c2d710f4-2a4d-4fcd-b7b2-01bfb109e4e0" providerId="ADAL" clId="{70EEEC5B-C6CF-4B85-BBE1-4BD9556CB506}" dt="2025-06-11T00:49:23.142" v="675" actId="478"/>
          <ac:picMkLst>
            <pc:docMk/>
            <pc:sldMk cId="281068635" sldId="6053"/>
            <ac:picMk id="15" creationId="{76C6E2B2-2B94-679B-99AC-E367D97B2CED}"/>
          </ac:picMkLst>
        </pc:picChg>
        <pc:picChg chg="add del mod">
          <ac:chgData name="Arkadiusz Strzeżek" userId="c2d710f4-2a4d-4fcd-b7b2-01bfb109e4e0" providerId="ADAL" clId="{70EEEC5B-C6CF-4B85-BBE1-4BD9556CB506}" dt="2025-06-11T00:49:36.650" v="679" actId="478"/>
          <ac:picMkLst>
            <pc:docMk/>
            <pc:sldMk cId="281068635" sldId="6053"/>
            <ac:picMk id="17" creationId="{947252C6-FBA3-E8CB-81F6-75273BE0573A}"/>
          </ac:picMkLst>
        </pc:picChg>
        <pc:picChg chg="add mod">
          <ac:chgData name="Arkadiusz Strzeżek" userId="c2d710f4-2a4d-4fcd-b7b2-01bfb109e4e0" providerId="ADAL" clId="{70EEEC5B-C6CF-4B85-BBE1-4BD9556CB506}" dt="2025-06-11T00:57:29.074" v="761" actId="1076"/>
          <ac:picMkLst>
            <pc:docMk/>
            <pc:sldMk cId="281068635" sldId="6053"/>
            <ac:picMk id="19" creationId="{2D3D4123-5CC4-3E02-9F72-7DDD12DE607A}"/>
          </ac:picMkLst>
        </pc:picChg>
        <pc:picChg chg="add mod">
          <ac:chgData name="Arkadiusz Strzeżek" userId="c2d710f4-2a4d-4fcd-b7b2-01bfb109e4e0" providerId="ADAL" clId="{70EEEC5B-C6CF-4B85-BBE1-4BD9556CB506}" dt="2025-06-11T00:57:26.953" v="759" actId="1076"/>
          <ac:picMkLst>
            <pc:docMk/>
            <pc:sldMk cId="281068635" sldId="6053"/>
            <ac:picMk id="21" creationId="{70DBC29B-588D-94CD-5922-78AE1EEE0AE7}"/>
          </ac:picMkLst>
        </pc:picChg>
        <pc:cxnChg chg="add del">
          <ac:chgData name="Arkadiusz Strzeżek" userId="c2d710f4-2a4d-4fcd-b7b2-01bfb109e4e0" providerId="ADAL" clId="{70EEEC5B-C6CF-4B85-BBE1-4BD9556CB506}" dt="2025-06-11T00:50:52.711" v="705" actId="478"/>
          <ac:cxnSpMkLst>
            <pc:docMk/>
            <pc:sldMk cId="281068635" sldId="6053"/>
            <ac:cxnSpMk id="23" creationId="{CB096BF6-C831-DE76-9B91-A8C25F0F2020}"/>
          </ac:cxnSpMkLst>
        </pc:cxnChg>
      </pc:sldChg>
      <pc:sldChg chg="addSp delSp modSp add mod">
        <pc:chgData name="Arkadiusz Strzeżek" userId="c2d710f4-2a4d-4fcd-b7b2-01bfb109e4e0" providerId="ADAL" clId="{70EEEC5B-C6CF-4B85-BBE1-4BD9556CB506}" dt="2025-06-05T10:58:02.710" v="229" actId="478"/>
        <pc:sldMkLst>
          <pc:docMk/>
          <pc:sldMk cId="3646402211" sldId="6054"/>
        </pc:sldMkLst>
        <pc:spChg chg="add mod">
          <ac:chgData name="Arkadiusz Strzeżek" userId="c2d710f4-2a4d-4fcd-b7b2-01bfb109e4e0" providerId="ADAL" clId="{70EEEC5B-C6CF-4B85-BBE1-4BD9556CB506}" dt="2025-06-05T10:57:39.818" v="222" actId="14100"/>
          <ac:spMkLst>
            <pc:docMk/>
            <pc:sldMk cId="3646402211" sldId="6054"/>
            <ac:spMk id="4" creationId="{7CCAE17A-1136-3CA4-D091-51C62019C03A}"/>
          </ac:spMkLst>
        </pc:spChg>
        <pc:spChg chg="add mod">
          <ac:chgData name="Arkadiusz Strzeżek" userId="c2d710f4-2a4d-4fcd-b7b2-01bfb109e4e0" providerId="ADAL" clId="{70EEEC5B-C6CF-4B85-BBE1-4BD9556CB506}" dt="2025-06-05T10:57:39.818" v="222" actId="14100"/>
          <ac:spMkLst>
            <pc:docMk/>
            <pc:sldMk cId="3646402211" sldId="6054"/>
            <ac:spMk id="5" creationId="{2597C4BB-BAA1-DFE3-C78F-5C97E4E749DA}"/>
          </ac:spMkLst>
        </pc:spChg>
        <pc:spChg chg="add mod">
          <ac:chgData name="Arkadiusz Strzeżek" userId="c2d710f4-2a4d-4fcd-b7b2-01bfb109e4e0" providerId="ADAL" clId="{70EEEC5B-C6CF-4B85-BBE1-4BD9556CB506}" dt="2025-06-05T10:57:39.818" v="222" actId="14100"/>
          <ac:spMkLst>
            <pc:docMk/>
            <pc:sldMk cId="3646402211" sldId="6054"/>
            <ac:spMk id="7" creationId="{AEBAE6BA-E7B6-7C0D-5E9B-E57C9365C7DC}"/>
          </ac:spMkLst>
        </pc:spChg>
        <pc:graphicFrameChg chg="add mod">
          <ac:chgData name="Arkadiusz Strzeżek" userId="c2d710f4-2a4d-4fcd-b7b2-01bfb109e4e0" providerId="ADAL" clId="{70EEEC5B-C6CF-4B85-BBE1-4BD9556CB506}" dt="2025-06-05T10:57:39.818" v="222" actId="14100"/>
          <ac:graphicFrameMkLst>
            <pc:docMk/>
            <pc:sldMk cId="3646402211" sldId="6054"/>
            <ac:graphicFrameMk id="2" creationId="{21334F84-A87D-6CF1-31BF-DD0BDCD24E51}"/>
          </ac:graphicFrameMkLst>
        </pc:graphicFrameChg>
        <pc:graphicFrameChg chg="add del mod">
          <ac:chgData name="Arkadiusz Strzeżek" userId="c2d710f4-2a4d-4fcd-b7b2-01bfb109e4e0" providerId="ADAL" clId="{70EEEC5B-C6CF-4B85-BBE1-4BD9556CB506}" dt="2025-06-05T10:58:00.744" v="228" actId="478"/>
          <ac:graphicFrameMkLst>
            <pc:docMk/>
            <pc:sldMk cId="3646402211" sldId="6054"/>
            <ac:graphicFrameMk id="9" creationId="{EE7FD4AD-D71A-1884-DA3D-3A58B08E3A2C}"/>
          </ac:graphicFrameMkLst>
        </pc:graphicFrameChg>
      </pc:sldChg>
      <pc:sldChg chg="addSp delSp modSp add mod">
        <pc:chgData name="Arkadiusz Strzeżek" userId="c2d710f4-2a4d-4fcd-b7b2-01bfb109e4e0" providerId="ADAL" clId="{70EEEC5B-C6CF-4B85-BBE1-4BD9556CB506}" dt="2025-06-05T10:58:35.181" v="236" actId="1076"/>
        <pc:sldMkLst>
          <pc:docMk/>
          <pc:sldMk cId="1185539078" sldId="6055"/>
        </pc:sldMkLst>
        <pc:spChg chg="add mod">
          <ac:chgData name="Arkadiusz Strzeżek" userId="c2d710f4-2a4d-4fcd-b7b2-01bfb109e4e0" providerId="ADAL" clId="{70EEEC5B-C6CF-4B85-BBE1-4BD9556CB506}" dt="2025-06-05T10:58:30.942" v="234" actId="1076"/>
          <ac:spMkLst>
            <pc:docMk/>
            <pc:sldMk cId="1185539078" sldId="6055"/>
            <ac:spMk id="6" creationId="{10B83F19-4B3F-3622-00C2-7F6BF3BD59BF}"/>
          </ac:spMkLst>
        </pc:spChg>
        <pc:spChg chg="add mod">
          <ac:chgData name="Arkadiusz Strzeżek" userId="c2d710f4-2a4d-4fcd-b7b2-01bfb109e4e0" providerId="ADAL" clId="{70EEEC5B-C6CF-4B85-BBE1-4BD9556CB506}" dt="2025-06-05T10:58:30.942" v="234" actId="1076"/>
          <ac:spMkLst>
            <pc:docMk/>
            <pc:sldMk cId="1185539078" sldId="6055"/>
            <ac:spMk id="10" creationId="{6999DD6C-1D1E-C36E-CE3E-E7B15683D608}"/>
          </ac:spMkLst>
        </pc:spChg>
        <pc:spChg chg="mod">
          <ac:chgData name="Arkadiusz Strzeżek" userId="c2d710f4-2a4d-4fcd-b7b2-01bfb109e4e0" providerId="ADAL" clId="{70EEEC5B-C6CF-4B85-BBE1-4BD9556CB506}" dt="2025-06-05T10:58:32.945" v="235" actId="1076"/>
          <ac:spMkLst>
            <pc:docMk/>
            <pc:sldMk cId="1185539078" sldId="6055"/>
            <ac:spMk id="11" creationId="{3D73CCE3-9A1A-6513-55DD-F843C28F3523}"/>
          </ac:spMkLst>
        </pc:spChg>
        <pc:spChg chg="add mod">
          <ac:chgData name="Arkadiusz Strzeżek" userId="c2d710f4-2a4d-4fcd-b7b2-01bfb109e4e0" providerId="ADAL" clId="{70EEEC5B-C6CF-4B85-BBE1-4BD9556CB506}" dt="2025-06-05T10:58:30.942" v="234" actId="1076"/>
          <ac:spMkLst>
            <pc:docMk/>
            <pc:sldMk cId="1185539078" sldId="6055"/>
            <ac:spMk id="12" creationId="{A62058FA-C80E-FDD2-AEBB-DDB77DC76786}"/>
          </ac:spMkLst>
        </pc:spChg>
        <pc:graphicFrameChg chg="add mod">
          <ac:chgData name="Arkadiusz Strzeżek" userId="c2d710f4-2a4d-4fcd-b7b2-01bfb109e4e0" providerId="ADAL" clId="{70EEEC5B-C6CF-4B85-BBE1-4BD9556CB506}" dt="2025-06-05T10:58:35.181" v="236" actId="1076"/>
          <ac:graphicFrameMkLst>
            <pc:docMk/>
            <pc:sldMk cId="1185539078" sldId="6055"/>
            <ac:graphicFrameMk id="3" creationId="{1CC2A2FE-8DF4-71EC-7D00-BD2636042801}"/>
          </ac:graphicFrameMkLst>
        </pc:graphicFrameChg>
      </pc:sldChg>
      <pc:sldChg chg="addSp delSp modSp add mod">
        <pc:chgData name="Arkadiusz Strzeżek" userId="c2d710f4-2a4d-4fcd-b7b2-01bfb109e4e0" providerId="ADAL" clId="{70EEEC5B-C6CF-4B85-BBE1-4BD9556CB506}" dt="2025-06-05T13:06:00.399" v="475" actId="1076"/>
        <pc:sldMkLst>
          <pc:docMk/>
          <pc:sldMk cId="2392059112" sldId="6056"/>
        </pc:sldMkLst>
        <pc:spChg chg="add mod">
          <ac:chgData name="Arkadiusz Strzeżek" userId="c2d710f4-2a4d-4fcd-b7b2-01bfb109e4e0" providerId="ADAL" clId="{70EEEC5B-C6CF-4B85-BBE1-4BD9556CB506}" dt="2025-06-05T13:06:00.399" v="475" actId="1076"/>
          <ac:spMkLst>
            <pc:docMk/>
            <pc:sldMk cId="2392059112" sldId="6056"/>
            <ac:spMk id="4" creationId="{96143C2C-C186-F53F-A903-269045A4F45C}"/>
          </ac:spMkLst>
        </pc:spChg>
        <pc:spChg chg="add mod">
          <ac:chgData name="Arkadiusz Strzeżek" userId="c2d710f4-2a4d-4fcd-b7b2-01bfb109e4e0" providerId="ADAL" clId="{70EEEC5B-C6CF-4B85-BBE1-4BD9556CB506}" dt="2025-06-05T13:05:53.935" v="473" actId="1076"/>
          <ac:spMkLst>
            <pc:docMk/>
            <pc:sldMk cId="2392059112" sldId="6056"/>
            <ac:spMk id="7" creationId="{2DE1AB5B-1198-244D-38B9-81A631CCC1D6}"/>
          </ac:spMkLst>
        </pc:spChg>
        <pc:spChg chg="mod">
          <ac:chgData name="Arkadiusz Strzeżek" userId="c2d710f4-2a4d-4fcd-b7b2-01bfb109e4e0" providerId="ADAL" clId="{70EEEC5B-C6CF-4B85-BBE1-4BD9556CB506}" dt="2025-06-05T12:52:18.086" v="342"/>
          <ac:spMkLst>
            <pc:docMk/>
            <pc:sldMk cId="2392059112" sldId="6056"/>
            <ac:spMk id="8" creationId="{63BC80CD-8AAC-D2FC-25DF-DF6E76D03654}"/>
          </ac:spMkLst>
        </pc:spChg>
        <pc:picChg chg="add mod">
          <ac:chgData name="Arkadiusz Strzeżek" userId="c2d710f4-2a4d-4fcd-b7b2-01bfb109e4e0" providerId="ADAL" clId="{70EEEC5B-C6CF-4B85-BBE1-4BD9556CB506}" dt="2025-06-05T13:05:53.935" v="473" actId="1076"/>
          <ac:picMkLst>
            <pc:docMk/>
            <pc:sldMk cId="2392059112" sldId="6056"/>
            <ac:picMk id="6" creationId="{237F9726-0E76-229D-C729-841B84A94E6F}"/>
          </ac:picMkLst>
        </pc:picChg>
      </pc:sldChg>
      <pc:sldChg chg="addSp delSp modSp add mod">
        <pc:chgData name="Arkadiusz Strzeżek" userId="c2d710f4-2a4d-4fcd-b7b2-01bfb109e4e0" providerId="ADAL" clId="{70EEEC5B-C6CF-4B85-BBE1-4BD9556CB506}" dt="2025-06-05T12:55:04.063" v="364" actId="20577"/>
        <pc:sldMkLst>
          <pc:docMk/>
          <pc:sldMk cId="3805841272" sldId="6057"/>
        </pc:sldMkLst>
        <pc:spChg chg="add">
          <ac:chgData name="Arkadiusz Strzeżek" userId="c2d710f4-2a4d-4fcd-b7b2-01bfb109e4e0" providerId="ADAL" clId="{70EEEC5B-C6CF-4B85-BBE1-4BD9556CB506}" dt="2025-06-05T12:54:34.427" v="356" actId="11529"/>
          <ac:spMkLst>
            <pc:docMk/>
            <pc:sldMk cId="3805841272" sldId="6057"/>
            <ac:spMk id="7" creationId="{D0FDDF48-93C1-F1E9-AB39-92120A2C11BA}"/>
          </ac:spMkLst>
        </pc:spChg>
        <pc:spChg chg="mod">
          <ac:chgData name="Arkadiusz Strzeżek" userId="c2d710f4-2a4d-4fcd-b7b2-01bfb109e4e0" providerId="ADAL" clId="{70EEEC5B-C6CF-4B85-BBE1-4BD9556CB506}" dt="2025-06-05T12:54:24.195" v="354" actId="14100"/>
          <ac:spMkLst>
            <pc:docMk/>
            <pc:sldMk cId="3805841272" sldId="6057"/>
            <ac:spMk id="8" creationId="{0059480F-8A9B-4D36-B9FE-58195427CD47}"/>
          </ac:spMkLst>
        </pc:spChg>
        <pc:spChg chg="add mod">
          <ac:chgData name="Arkadiusz Strzeżek" userId="c2d710f4-2a4d-4fcd-b7b2-01bfb109e4e0" providerId="ADAL" clId="{70EEEC5B-C6CF-4B85-BBE1-4BD9556CB506}" dt="2025-06-05T12:55:04.063" v="364" actId="20577"/>
          <ac:spMkLst>
            <pc:docMk/>
            <pc:sldMk cId="3805841272" sldId="6057"/>
            <ac:spMk id="12" creationId="{5999D0A8-F6CD-FC0B-70CE-3574778B5B9E}"/>
          </ac:spMkLst>
        </pc:spChg>
        <pc:picChg chg="add mod">
          <ac:chgData name="Arkadiusz Strzeżek" userId="c2d710f4-2a4d-4fcd-b7b2-01bfb109e4e0" providerId="ADAL" clId="{70EEEC5B-C6CF-4B85-BBE1-4BD9556CB506}" dt="2025-06-05T12:54:27.891" v="355" actId="1076"/>
          <ac:picMkLst>
            <pc:docMk/>
            <pc:sldMk cId="3805841272" sldId="6057"/>
            <ac:picMk id="3" creationId="{1F99E3B0-09F5-0CB8-7FBA-DAD96FA351A0}"/>
          </ac:picMkLst>
        </pc:picChg>
        <pc:picChg chg="add mod">
          <ac:chgData name="Arkadiusz Strzeżek" userId="c2d710f4-2a4d-4fcd-b7b2-01bfb109e4e0" providerId="ADAL" clId="{70EEEC5B-C6CF-4B85-BBE1-4BD9556CB506}" dt="2025-06-05T12:54:21.488" v="353" actId="1076"/>
          <ac:picMkLst>
            <pc:docMk/>
            <pc:sldMk cId="3805841272" sldId="6057"/>
            <ac:picMk id="6" creationId="{80CE9D62-0E5F-7040-A16B-8DD6A70C2FA1}"/>
          </ac:picMkLst>
        </pc:picChg>
      </pc:sldChg>
      <pc:sldChg chg="modSp add mod ord">
        <pc:chgData name="Arkadiusz Strzeżek" userId="c2d710f4-2a4d-4fcd-b7b2-01bfb109e4e0" providerId="ADAL" clId="{70EEEC5B-C6CF-4B85-BBE1-4BD9556CB506}" dt="2025-06-05T12:56:25.441" v="414" actId="1076"/>
        <pc:sldMkLst>
          <pc:docMk/>
          <pc:sldMk cId="3669202972" sldId="6058"/>
        </pc:sldMkLst>
        <pc:spChg chg="mod">
          <ac:chgData name="Arkadiusz Strzeżek" userId="c2d710f4-2a4d-4fcd-b7b2-01bfb109e4e0" providerId="ADAL" clId="{70EEEC5B-C6CF-4B85-BBE1-4BD9556CB506}" dt="2025-06-05T12:56:25.441" v="414" actId="1076"/>
          <ac:spMkLst>
            <pc:docMk/>
            <pc:sldMk cId="3669202972" sldId="6058"/>
            <ac:spMk id="3" creationId="{D5C6C6EE-59A9-B651-2164-8295A542087A}"/>
          </ac:spMkLst>
        </pc:spChg>
      </pc:sldChg>
      <pc:sldChg chg="addSp delSp modSp add mod">
        <pc:chgData name="Arkadiusz Strzeżek" userId="c2d710f4-2a4d-4fcd-b7b2-01bfb109e4e0" providerId="ADAL" clId="{70EEEC5B-C6CF-4B85-BBE1-4BD9556CB506}" dt="2025-06-05T12:57:45.275" v="428" actId="1076"/>
        <pc:sldMkLst>
          <pc:docMk/>
          <pc:sldMk cId="1561994258" sldId="6059"/>
        </pc:sldMkLst>
        <pc:picChg chg="add mod">
          <ac:chgData name="Arkadiusz Strzeżek" userId="c2d710f4-2a4d-4fcd-b7b2-01bfb109e4e0" providerId="ADAL" clId="{70EEEC5B-C6CF-4B85-BBE1-4BD9556CB506}" dt="2025-06-05T12:57:45.275" v="428" actId="1076"/>
          <ac:picMkLst>
            <pc:docMk/>
            <pc:sldMk cId="1561994258" sldId="6059"/>
            <ac:picMk id="3" creationId="{AC56931C-ACED-436F-CF2C-CB90C60EF692}"/>
          </ac:picMkLst>
        </pc:picChg>
      </pc:sldChg>
      <pc:sldChg chg="add">
        <pc:chgData name="Arkadiusz Strzeżek" userId="c2d710f4-2a4d-4fcd-b7b2-01bfb109e4e0" providerId="ADAL" clId="{70EEEC5B-C6CF-4B85-BBE1-4BD9556CB506}" dt="2025-06-05T13:03:55.003" v="431" actId="2890"/>
        <pc:sldMkLst>
          <pc:docMk/>
          <pc:sldMk cId="674032703" sldId="6060"/>
        </pc:sldMkLst>
      </pc:sldChg>
      <pc:sldChg chg="modSp add mod ord">
        <pc:chgData name="Arkadiusz Strzeżek" userId="c2d710f4-2a4d-4fcd-b7b2-01bfb109e4e0" providerId="ADAL" clId="{70EEEC5B-C6CF-4B85-BBE1-4BD9556CB506}" dt="2025-06-09T10:22:37.238" v="482" actId="20577"/>
        <pc:sldMkLst>
          <pc:docMk/>
          <pc:sldMk cId="3495569495" sldId="6061"/>
        </pc:sldMkLst>
        <pc:spChg chg="mod">
          <ac:chgData name="Arkadiusz Strzeżek" userId="c2d710f4-2a4d-4fcd-b7b2-01bfb109e4e0" providerId="ADAL" clId="{70EEEC5B-C6CF-4B85-BBE1-4BD9556CB506}" dt="2025-06-09T10:22:37.238" v="482" actId="20577"/>
          <ac:spMkLst>
            <pc:docMk/>
            <pc:sldMk cId="3495569495" sldId="6061"/>
            <ac:spMk id="3" creationId="{EB039222-5E96-6BF9-3F8E-AD748197CB52}"/>
          </ac:spMkLst>
        </pc:spChg>
      </pc:sldChg>
      <pc:sldChg chg="addSp delSp modSp add mod">
        <pc:chgData name="Arkadiusz Strzeżek" userId="c2d710f4-2a4d-4fcd-b7b2-01bfb109e4e0" providerId="ADAL" clId="{70EEEC5B-C6CF-4B85-BBE1-4BD9556CB506}" dt="2025-06-09T12:58:01.797" v="530" actId="12"/>
        <pc:sldMkLst>
          <pc:docMk/>
          <pc:sldMk cId="1492605543" sldId="6062"/>
        </pc:sldMkLst>
        <pc:spChg chg="add mod">
          <ac:chgData name="Arkadiusz Strzeżek" userId="c2d710f4-2a4d-4fcd-b7b2-01bfb109e4e0" providerId="ADAL" clId="{70EEEC5B-C6CF-4B85-BBE1-4BD9556CB506}" dt="2025-06-09T12:56:38.654" v="506" actId="255"/>
          <ac:spMkLst>
            <pc:docMk/>
            <pc:sldMk cId="1492605543" sldId="6062"/>
            <ac:spMk id="4" creationId="{9EEFA33B-4163-B85D-7D94-26626CFCFC95}"/>
          </ac:spMkLst>
        </pc:spChg>
        <pc:spChg chg="add mod">
          <ac:chgData name="Arkadiusz Strzeżek" userId="c2d710f4-2a4d-4fcd-b7b2-01bfb109e4e0" providerId="ADAL" clId="{70EEEC5B-C6CF-4B85-BBE1-4BD9556CB506}" dt="2025-06-09T12:58:01.797" v="530" actId="12"/>
          <ac:spMkLst>
            <pc:docMk/>
            <pc:sldMk cId="1492605543" sldId="6062"/>
            <ac:spMk id="7" creationId="{80719147-8CAC-CD2A-C161-17033A016A91}"/>
          </ac:spMkLst>
        </pc:spChg>
        <pc:picChg chg="add mod">
          <ac:chgData name="Arkadiusz Strzeżek" userId="c2d710f4-2a4d-4fcd-b7b2-01bfb109e4e0" providerId="ADAL" clId="{70EEEC5B-C6CF-4B85-BBE1-4BD9556CB506}" dt="2025-06-09T12:57:44.654" v="526" actId="1076"/>
          <ac:picMkLst>
            <pc:docMk/>
            <pc:sldMk cId="1492605543" sldId="6062"/>
            <ac:picMk id="3" creationId="{A4401A08-FD26-BA5D-1D0D-F62D1102800D}"/>
          </ac:picMkLst>
        </pc:picChg>
      </pc:sldChg>
      <pc:sldChg chg="addSp delSp modSp add mod modAnim">
        <pc:chgData name="Arkadiusz Strzeżek" userId="c2d710f4-2a4d-4fcd-b7b2-01bfb109e4e0" providerId="ADAL" clId="{70EEEC5B-C6CF-4B85-BBE1-4BD9556CB506}" dt="2025-06-11T00:13:40.743" v="586" actId="1076"/>
        <pc:sldMkLst>
          <pc:docMk/>
          <pc:sldMk cId="2808988898" sldId="6063"/>
        </pc:sldMkLst>
        <pc:spChg chg="mod">
          <ac:chgData name="Arkadiusz Strzeżek" userId="c2d710f4-2a4d-4fcd-b7b2-01bfb109e4e0" providerId="ADAL" clId="{70EEEC5B-C6CF-4B85-BBE1-4BD9556CB506}" dt="2025-06-10T23:52:00.548" v="542" actId="20577"/>
          <ac:spMkLst>
            <pc:docMk/>
            <pc:sldMk cId="2808988898" sldId="6063"/>
            <ac:spMk id="8" creationId="{28F404A9-D395-9729-E268-FEE27DE9B935}"/>
          </ac:spMkLst>
        </pc:spChg>
        <pc:spChg chg="del">
          <ac:chgData name="Arkadiusz Strzeżek" userId="c2d710f4-2a4d-4fcd-b7b2-01bfb109e4e0" providerId="ADAL" clId="{70EEEC5B-C6CF-4B85-BBE1-4BD9556CB506}" dt="2025-06-10T23:51:47.786" v="533" actId="478"/>
          <ac:spMkLst>
            <pc:docMk/>
            <pc:sldMk cId="2808988898" sldId="6063"/>
            <ac:spMk id="11" creationId="{F3528BA1-AFDE-B6BA-5CEC-3A6B40D89A34}"/>
          </ac:spMkLst>
        </pc:spChg>
        <pc:spChg chg="add mod">
          <ac:chgData name="Arkadiusz Strzeżek" userId="c2d710f4-2a4d-4fcd-b7b2-01bfb109e4e0" providerId="ADAL" clId="{70EEEC5B-C6CF-4B85-BBE1-4BD9556CB506}" dt="2025-06-11T00:12:40.839" v="580" actId="1076"/>
          <ac:spMkLst>
            <pc:docMk/>
            <pc:sldMk cId="2808988898" sldId="6063"/>
            <ac:spMk id="21" creationId="{0E98402C-9A85-2B15-8635-19555B3DA649}"/>
          </ac:spMkLst>
        </pc:spChg>
        <pc:graphicFrameChg chg="del">
          <ac:chgData name="Arkadiusz Strzeżek" userId="c2d710f4-2a4d-4fcd-b7b2-01bfb109e4e0" providerId="ADAL" clId="{70EEEC5B-C6CF-4B85-BBE1-4BD9556CB506}" dt="2025-06-10T23:51:46.707" v="532" actId="478"/>
          <ac:graphicFrameMkLst>
            <pc:docMk/>
            <pc:sldMk cId="2808988898" sldId="6063"/>
            <ac:graphicFrameMk id="3" creationId="{39DD87CD-0AAC-EC8D-6C67-C762BD1E6A2D}"/>
          </ac:graphicFrameMkLst>
        </pc:graphicFrameChg>
        <pc:picChg chg="add del mod">
          <ac:chgData name="Arkadiusz Strzeżek" userId="c2d710f4-2a4d-4fcd-b7b2-01bfb109e4e0" providerId="ADAL" clId="{70EEEC5B-C6CF-4B85-BBE1-4BD9556CB506}" dt="2025-06-10T23:55:01.081" v="567" actId="478"/>
          <ac:picMkLst>
            <pc:docMk/>
            <pc:sldMk cId="2808988898" sldId="6063"/>
            <ac:picMk id="9" creationId="{F65DBA6A-4850-00E3-AB34-D281FE0BA04F}"/>
          </ac:picMkLst>
        </pc:picChg>
        <pc:picChg chg="add del mod">
          <ac:chgData name="Arkadiusz Strzeżek" userId="c2d710f4-2a4d-4fcd-b7b2-01bfb109e4e0" providerId="ADAL" clId="{70EEEC5B-C6CF-4B85-BBE1-4BD9556CB506}" dt="2025-06-10T23:52:41.045" v="548" actId="478"/>
          <ac:picMkLst>
            <pc:docMk/>
            <pc:sldMk cId="2808988898" sldId="6063"/>
            <ac:picMk id="14" creationId="{9D34037A-9756-3C08-A08E-807C3AB52FAD}"/>
          </ac:picMkLst>
        </pc:picChg>
        <pc:picChg chg="add mod">
          <ac:chgData name="Arkadiusz Strzeżek" userId="c2d710f4-2a4d-4fcd-b7b2-01bfb109e4e0" providerId="ADAL" clId="{70EEEC5B-C6CF-4B85-BBE1-4BD9556CB506}" dt="2025-06-10T23:53:13.174" v="555" actId="1076"/>
          <ac:picMkLst>
            <pc:docMk/>
            <pc:sldMk cId="2808988898" sldId="6063"/>
            <ac:picMk id="16" creationId="{CB7BAB41-724C-7122-14C1-1C48462E753C}"/>
          </ac:picMkLst>
        </pc:picChg>
        <pc:picChg chg="add mod">
          <ac:chgData name="Arkadiusz Strzeżek" userId="c2d710f4-2a4d-4fcd-b7b2-01bfb109e4e0" providerId="ADAL" clId="{70EEEC5B-C6CF-4B85-BBE1-4BD9556CB506}" dt="2025-06-11T00:13:40.743" v="586" actId="1076"/>
          <ac:picMkLst>
            <pc:docMk/>
            <pc:sldMk cId="2808988898" sldId="6063"/>
            <ac:picMk id="18" creationId="{899E3138-FDD3-F428-C1BD-C79F9199023D}"/>
          </ac:picMkLst>
        </pc:picChg>
        <pc:picChg chg="add mod">
          <ac:chgData name="Arkadiusz Strzeżek" userId="c2d710f4-2a4d-4fcd-b7b2-01bfb109e4e0" providerId="ADAL" clId="{70EEEC5B-C6CF-4B85-BBE1-4BD9556CB506}" dt="2025-06-11T00:13:21.760" v="582" actId="1076"/>
          <ac:picMkLst>
            <pc:docMk/>
            <pc:sldMk cId="2808988898" sldId="6063"/>
            <ac:picMk id="19" creationId="{3329FD51-04EC-41CE-9F60-CC573C951097}"/>
          </ac:picMkLst>
        </pc:picChg>
        <pc:cxnChg chg="add mod">
          <ac:chgData name="Arkadiusz Strzeżek" userId="c2d710f4-2a4d-4fcd-b7b2-01bfb109e4e0" providerId="ADAL" clId="{70EEEC5B-C6CF-4B85-BBE1-4BD9556CB506}" dt="2025-06-11T00:13:39.265" v="585" actId="1076"/>
          <ac:cxnSpMkLst>
            <pc:docMk/>
            <pc:sldMk cId="2808988898" sldId="6063"/>
            <ac:cxnSpMk id="23" creationId="{D944BD57-C18D-B75A-EC8D-67B35213DF22}"/>
          </ac:cxnSpMkLst>
        </pc:cxnChg>
      </pc:sldChg>
      <pc:sldChg chg="addSp delSp modSp add mod delAnim">
        <pc:chgData name="Arkadiusz Strzeżek" userId="c2d710f4-2a4d-4fcd-b7b2-01bfb109e4e0" providerId="ADAL" clId="{70EEEC5B-C6CF-4B85-BBE1-4BD9556CB506}" dt="2025-06-11T00:18:24.081" v="628" actId="1076"/>
        <pc:sldMkLst>
          <pc:docMk/>
          <pc:sldMk cId="3241000052" sldId="6064"/>
        </pc:sldMkLst>
        <pc:spChg chg="add mod">
          <ac:chgData name="Arkadiusz Strzeżek" userId="c2d710f4-2a4d-4fcd-b7b2-01bfb109e4e0" providerId="ADAL" clId="{70EEEC5B-C6CF-4B85-BBE1-4BD9556CB506}" dt="2025-06-11T00:18:24.081" v="628" actId="1076"/>
          <ac:spMkLst>
            <pc:docMk/>
            <pc:sldMk cId="3241000052" sldId="6064"/>
            <ac:spMk id="11" creationId="{7D0137F9-98B3-9E57-D977-9A1CD97E594D}"/>
          </ac:spMkLst>
        </pc:spChg>
        <pc:spChg chg="del">
          <ac:chgData name="Arkadiusz Strzeżek" userId="c2d710f4-2a4d-4fcd-b7b2-01bfb109e4e0" providerId="ADAL" clId="{70EEEC5B-C6CF-4B85-BBE1-4BD9556CB506}" dt="2025-06-11T00:17:24.571" v="609" actId="478"/>
          <ac:spMkLst>
            <pc:docMk/>
            <pc:sldMk cId="3241000052" sldId="6064"/>
            <ac:spMk id="21" creationId="{0E98402C-9A85-2B15-8635-19555B3DA649}"/>
          </ac:spMkLst>
        </pc:spChg>
        <pc:picChg chg="add mod">
          <ac:chgData name="Arkadiusz Strzeżek" userId="c2d710f4-2a4d-4fcd-b7b2-01bfb109e4e0" providerId="ADAL" clId="{70EEEC5B-C6CF-4B85-BBE1-4BD9556CB506}" dt="2025-06-11T00:17:49.400" v="615" actId="1076"/>
          <ac:picMkLst>
            <pc:docMk/>
            <pc:sldMk cId="3241000052" sldId="6064"/>
            <ac:picMk id="3" creationId="{AD2EB2DA-4B3A-FADB-DA0C-2FDAD8F20913}"/>
          </ac:picMkLst>
        </pc:picChg>
        <pc:picChg chg="del">
          <ac:chgData name="Arkadiusz Strzeżek" userId="c2d710f4-2a4d-4fcd-b7b2-01bfb109e4e0" providerId="ADAL" clId="{70EEEC5B-C6CF-4B85-BBE1-4BD9556CB506}" dt="2025-06-11T00:17:25.202" v="610" actId="478"/>
          <ac:picMkLst>
            <pc:docMk/>
            <pc:sldMk cId="3241000052" sldId="6064"/>
            <ac:picMk id="18" creationId="{899E3138-FDD3-F428-C1BD-C79F9199023D}"/>
          </ac:picMkLst>
        </pc:picChg>
        <pc:picChg chg="del">
          <ac:chgData name="Arkadiusz Strzeżek" userId="c2d710f4-2a4d-4fcd-b7b2-01bfb109e4e0" providerId="ADAL" clId="{70EEEC5B-C6CF-4B85-BBE1-4BD9556CB506}" dt="2025-06-11T00:17:22.946" v="608" actId="478"/>
          <ac:picMkLst>
            <pc:docMk/>
            <pc:sldMk cId="3241000052" sldId="6064"/>
            <ac:picMk id="19" creationId="{3329FD51-04EC-41CE-9F60-CC573C951097}"/>
          </ac:picMkLst>
        </pc:picChg>
        <pc:cxnChg chg="del mod">
          <ac:chgData name="Arkadiusz Strzeżek" userId="c2d710f4-2a4d-4fcd-b7b2-01bfb109e4e0" providerId="ADAL" clId="{70EEEC5B-C6CF-4B85-BBE1-4BD9556CB506}" dt="2025-06-11T00:17:26.317" v="612" actId="478"/>
          <ac:cxnSpMkLst>
            <pc:docMk/>
            <pc:sldMk cId="3241000052" sldId="6064"/>
            <ac:cxnSpMk id="23" creationId="{D944BD57-C18D-B75A-EC8D-67B35213DF22}"/>
          </ac:cxnSpMkLst>
        </pc:cxnChg>
      </pc:sldChg>
      <pc:sldChg chg="add">
        <pc:chgData name="Arkadiusz Strzeżek" userId="c2d710f4-2a4d-4fcd-b7b2-01bfb109e4e0" providerId="ADAL" clId="{70EEEC5B-C6CF-4B85-BBE1-4BD9556CB506}" dt="2025-06-11T00:48:33.940" v="630" actId="2890"/>
        <pc:sldMkLst>
          <pc:docMk/>
          <pc:sldMk cId="2065737027" sldId="6065"/>
        </pc:sldMkLst>
      </pc:sldChg>
    </pc:docChg>
  </pc:docChgLst>
  <pc:docChgLst>
    <pc:chgData name="Arkadiusz Strzeżek" userId="S::arkadiusz.strzezek@promise.pl::c2d710f4-2a4d-4fcd-b7b2-01bfb109e4e0" providerId="AD" clId="Web-{56ECEB1C-0169-22A0-56B7-62275C8C8463}"/>
    <pc:docChg chg="addSld modSld modSection">
      <pc:chgData name="Arkadiusz Strzeżek" userId="S::arkadiusz.strzezek@promise.pl::c2d710f4-2a4d-4fcd-b7b2-01bfb109e4e0" providerId="AD" clId="Web-{56ECEB1C-0169-22A0-56B7-62275C8C8463}" dt="2025-05-07T13:09:56.713" v="166" actId="20577"/>
      <pc:docMkLst>
        <pc:docMk/>
      </pc:docMkLst>
      <pc:sldChg chg="addSp delSp modSp">
        <pc:chgData name="Arkadiusz Strzeżek" userId="S::arkadiusz.strzezek@promise.pl::c2d710f4-2a4d-4fcd-b7b2-01bfb109e4e0" providerId="AD" clId="Web-{56ECEB1C-0169-22A0-56B7-62275C8C8463}" dt="2025-05-07T13:09:45.510" v="161" actId="20577"/>
        <pc:sldMkLst>
          <pc:docMk/>
          <pc:sldMk cId="517890805" sldId="261"/>
        </pc:sldMkLst>
        <pc:spChg chg="mod">
          <ac:chgData name="Arkadiusz Strzeżek" userId="S::arkadiusz.strzezek@promise.pl::c2d710f4-2a4d-4fcd-b7b2-01bfb109e4e0" providerId="AD" clId="Web-{56ECEB1C-0169-22A0-56B7-62275C8C8463}" dt="2025-05-07T13:09:36.978" v="157" actId="20577"/>
          <ac:spMkLst>
            <pc:docMk/>
            <pc:sldMk cId="517890805" sldId="261"/>
            <ac:spMk id="3" creationId="{AE106488-40FE-A2F0-80F4-7093CF637615}"/>
          </ac:spMkLst>
        </pc:spChg>
        <pc:spChg chg="add mod">
          <ac:chgData name="Arkadiusz Strzeżek" userId="S::arkadiusz.strzezek@promise.pl::c2d710f4-2a4d-4fcd-b7b2-01bfb109e4e0" providerId="AD" clId="Web-{56ECEB1C-0169-22A0-56B7-62275C8C8463}" dt="2025-05-07T13:09:45.510" v="161" actId="20577"/>
          <ac:spMkLst>
            <pc:docMk/>
            <pc:sldMk cId="517890805" sldId="261"/>
            <ac:spMk id="9" creationId="{A1DCD1A3-0920-DA84-2600-A7628390E76D}"/>
          </ac:spMkLst>
        </pc:spChg>
        <pc:cxnChg chg="add">
          <ac:chgData name="Arkadiusz Strzeżek" userId="S::arkadiusz.strzezek@promise.pl::c2d710f4-2a4d-4fcd-b7b2-01bfb109e4e0" providerId="AD" clId="Web-{56ECEB1C-0169-22A0-56B7-62275C8C8463}" dt="2025-05-07T08:32:55.439" v="14"/>
          <ac:cxnSpMkLst>
            <pc:docMk/>
            <pc:sldMk cId="517890805" sldId="261"/>
            <ac:cxnSpMk id="7" creationId="{A6C14E39-DF17-3E88-DE9A-4EEA7CB076DD}"/>
          </ac:cxnSpMkLst>
        </pc:cxnChg>
      </pc:sldChg>
      <pc:sldChg chg="delSp modSp add replId">
        <pc:chgData name="Arkadiusz Strzeżek" userId="S::arkadiusz.strzezek@promise.pl::c2d710f4-2a4d-4fcd-b7b2-01bfb109e4e0" providerId="AD" clId="Web-{56ECEB1C-0169-22A0-56B7-62275C8C8463}" dt="2025-05-07T13:09:56.713" v="166" actId="20577"/>
        <pc:sldMkLst>
          <pc:docMk/>
          <pc:sldMk cId="2476186065" sldId="6043"/>
        </pc:sldMkLst>
        <pc:spChg chg="mod">
          <ac:chgData name="Arkadiusz Strzeżek" userId="S::arkadiusz.strzezek@promise.pl::c2d710f4-2a4d-4fcd-b7b2-01bfb109e4e0" providerId="AD" clId="Web-{56ECEB1C-0169-22A0-56B7-62275C8C8463}" dt="2025-05-07T13:09:56.713" v="166" actId="20577"/>
          <ac:spMkLst>
            <pc:docMk/>
            <pc:sldMk cId="2476186065" sldId="6043"/>
            <ac:spMk id="3" creationId="{B1A23A26-3665-46EE-3919-30084A116495}"/>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23C624C-0D04-E54F-B446-75C8DE1BF310}" type="doc">
      <dgm:prSet loTypeId="urn:microsoft.com/office/officeart/2005/8/layout/radial4" loCatId="" qsTypeId="urn:microsoft.com/office/officeart/2005/8/quickstyle/simple1" qsCatId="simple" csTypeId="urn:microsoft.com/office/officeart/2005/8/colors/accent1_2" csCatId="accent1" phldr="1"/>
      <dgm:spPr/>
      <dgm:t>
        <a:bodyPr/>
        <a:lstStyle/>
        <a:p>
          <a:endParaRPr lang="en-GB"/>
        </a:p>
      </dgm:t>
    </dgm:pt>
    <dgm:pt modelId="{E716B5C4-DA53-9745-961C-AEE0C421D7D9}">
      <dgm:prSet phldrT="[Text]" phldr="0"/>
      <dgm:spPr/>
      <dgm:t>
        <a:bodyPr/>
        <a:lstStyle/>
        <a:p>
          <a:r>
            <a:rPr lang="en-GB"/>
            <a:t>Group</a:t>
          </a:r>
        </a:p>
      </dgm:t>
    </dgm:pt>
    <dgm:pt modelId="{31BF4B77-73EC-4D45-98ED-3EA45AD9BF08}" type="parTrans" cxnId="{439BBAD5-1EE0-6B4F-B3A0-FDC6B50F9F8A}">
      <dgm:prSet/>
      <dgm:spPr/>
      <dgm:t>
        <a:bodyPr/>
        <a:lstStyle/>
        <a:p>
          <a:endParaRPr lang="en-GB"/>
        </a:p>
      </dgm:t>
    </dgm:pt>
    <dgm:pt modelId="{5440BD2E-BB1B-4B4A-8AFF-0D7515C70FA3}" type="sibTrans" cxnId="{439BBAD5-1EE0-6B4F-B3A0-FDC6B50F9F8A}">
      <dgm:prSet/>
      <dgm:spPr/>
      <dgm:t>
        <a:bodyPr/>
        <a:lstStyle/>
        <a:p>
          <a:endParaRPr lang="en-GB"/>
        </a:p>
      </dgm:t>
    </dgm:pt>
    <dgm:pt modelId="{BF17F3D1-A149-C045-B9D6-4D255CBF32CA}">
      <dgm:prSet phldrT="[Text]" phldr="0" custT="1"/>
      <dgm:spPr/>
      <dgm:t>
        <a:bodyPr/>
        <a:lstStyle/>
        <a:p>
          <a:r>
            <a:rPr lang="en-GB" sz="1050"/>
            <a:t>Teams</a:t>
          </a:r>
        </a:p>
      </dgm:t>
    </dgm:pt>
    <dgm:pt modelId="{E357B014-205A-1D40-9427-9F83BB6D1FC7}" type="parTrans" cxnId="{6421AC9C-AC64-4140-94D3-10217712C786}">
      <dgm:prSet/>
      <dgm:spPr/>
      <dgm:t>
        <a:bodyPr/>
        <a:lstStyle/>
        <a:p>
          <a:endParaRPr lang="en-GB"/>
        </a:p>
      </dgm:t>
    </dgm:pt>
    <dgm:pt modelId="{13E75967-696C-FF4D-BBD7-395594D04C01}" type="sibTrans" cxnId="{6421AC9C-AC64-4140-94D3-10217712C786}">
      <dgm:prSet/>
      <dgm:spPr/>
      <dgm:t>
        <a:bodyPr/>
        <a:lstStyle/>
        <a:p>
          <a:endParaRPr lang="en-GB"/>
        </a:p>
      </dgm:t>
    </dgm:pt>
    <dgm:pt modelId="{A8227080-3A71-2843-B9B3-2944560B6D1C}">
      <dgm:prSet phldrT="[Text]" phldr="0" custT="1"/>
      <dgm:spPr/>
      <dgm:t>
        <a:bodyPr/>
        <a:lstStyle/>
        <a:p>
          <a:r>
            <a:rPr lang="en-GB" sz="1050"/>
            <a:t>SharePoint</a:t>
          </a:r>
        </a:p>
      </dgm:t>
    </dgm:pt>
    <dgm:pt modelId="{22B46057-0728-3F4A-8F11-13A18CE1DD1A}" type="parTrans" cxnId="{D8A032D6-7E07-284B-A502-E0528C66D307}">
      <dgm:prSet/>
      <dgm:spPr/>
      <dgm:t>
        <a:bodyPr/>
        <a:lstStyle/>
        <a:p>
          <a:endParaRPr lang="en-GB"/>
        </a:p>
      </dgm:t>
    </dgm:pt>
    <dgm:pt modelId="{F9AE9458-F9C3-B84C-8DFD-075AD1BFCCC6}" type="sibTrans" cxnId="{D8A032D6-7E07-284B-A502-E0528C66D307}">
      <dgm:prSet/>
      <dgm:spPr/>
      <dgm:t>
        <a:bodyPr/>
        <a:lstStyle/>
        <a:p>
          <a:endParaRPr lang="en-GB"/>
        </a:p>
      </dgm:t>
    </dgm:pt>
    <dgm:pt modelId="{7AF0BC4C-227E-184B-B1FC-6F11ECF425E7}">
      <dgm:prSet phldrT="[Text]" phldr="0" custT="1"/>
      <dgm:spPr/>
      <dgm:t>
        <a:bodyPr/>
        <a:lstStyle/>
        <a:p>
          <a:r>
            <a:rPr lang="en-GB" sz="1050"/>
            <a:t>Planner</a:t>
          </a:r>
        </a:p>
      </dgm:t>
    </dgm:pt>
    <dgm:pt modelId="{88B99641-01EC-F44B-B51B-3CBDEF6E9275}" type="parTrans" cxnId="{827A580F-514C-A947-98FD-F6C259AD8DA4}">
      <dgm:prSet/>
      <dgm:spPr/>
      <dgm:t>
        <a:bodyPr/>
        <a:lstStyle/>
        <a:p>
          <a:endParaRPr lang="en-GB"/>
        </a:p>
      </dgm:t>
    </dgm:pt>
    <dgm:pt modelId="{CB21A9C6-F8C9-6B46-948C-03DE093A1598}" type="sibTrans" cxnId="{827A580F-514C-A947-98FD-F6C259AD8DA4}">
      <dgm:prSet/>
      <dgm:spPr/>
      <dgm:t>
        <a:bodyPr/>
        <a:lstStyle/>
        <a:p>
          <a:endParaRPr lang="en-GB"/>
        </a:p>
      </dgm:t>
    </dgm:pt>
    <dgm:pt modelId="{4714B7F6-36DE-3E4F-B3FD-A3FB8A51D453}">
      <dgm:prSet phldrT="[Text]" phldr="0" custT="1"/>
      <dgm:spPr/>
      <dgm:t>
        <a:bodyPr/>
        <a:lstStyle/>
        <a:p>
          <a:r>
            <a:rPr lang="en-GB" sz="1050"/>
            <a:t>Stream</a:t>
          </a:r>
        </a:p>
      </dgm:t>
    </dgm:pt>
    <dgm:pt modelId="{252C4FDB-76AC-1D43-B6BB-EC189F31FFF3}" type="parTrans" cxnId="{0CAA9404-2A67-AC40-9EFE-DA16AB94D152}">
      <dgm:prSet/>
      <dgm:spPr/>
      <dgm:t>
        <a:bodyPr/>
        <a:lstStyle/>
        <a:p>
          <a:endParaRPr lang="en-GB"/>
        </a:p>
      </dgm:t>
    </dgm:pt>
    <dgm:pt modelId="{FFD44D03-36C7-E74A-A289-CF54CD609AE1}" type="sibTrans" cxnId="{0CAA9404-2A67-AC40-9EFE-DA16AB94D152}">
      <dgm:prSet/>
      <dgm:spPr/>
      <dgm:t>
        <a:bodyPr/>
        <a:lstStyle/>
        <a:p>
          <a:endParaRPr lang="en-GB"/>
        </a:p>
      </dgm:t>
    </dgm:pt>
    <dgm:pt modelId="{00832343-4A38-3144-81AD-C85C0DDB52DD}">
      <dgm:prSet phldrT="[Text]" phldr="0" custT="1"/>
      <dgm:spPr/>
      <dgm:t>
        <a:bodyPr/>
        <a:lstStyle/>
        <a:p>
          <a:r>
            <a:rPr lang="en-GB" sz="1050"/>
            <a:t>Yammer</a:t>
          </a:r>
        </a:p>
      </dgm:t>
    </dgm:pt>
    <dgm:pt modelId="{3AC317CB-2630-1644-933D-7B1BB31FEBC4}" type="parTrans" cxnId="{7D0F1418-ABD8-0C41-AC81-45D9880DE91A}">
      <dgm:prSet/>
      <dgm:spPr/>
      <dgm:t>
        <a:bodyPr/>
        <a:lstStyle/>
        <a:p>
          <a:endParaRPr lang="en-GB"/>
        </a:p>
      </dgm:t>
    </dgm:pt>
    <dgm:pt modelId="{9FEFF4FD-09A6-954E-AC87-138CF0A5CBEF}" type="sibTrans" cxnId="{7D0F1418-ABD8-0C41-AC81-45D9880DE91A}">
      <dgm:prSet/>
      <dgm:spPr/>
      <dgm:t>
        <a:bodyPr/>
        <a:lstStyle/>
        <a:p>
          <a:endParaRPr lang="en-GB"/>
        </a:p>
      </dgm:t>
    </dgm:pt>
    <dgm:pt modelId="{46547F63-86C2-044B-8911-BF37AB7551B1}">
      <dgm:prSet phldrT="[Text]" phldr="0" custT="1"/>
      <dgm:spPr/>
      <dgm:t>
        <a:bodyPr/>
        <a:lstStyle/>
        <a:p>
          <a:r>
            <a:rPr lang="en-GB" sz="1050"/>
            <a:t>Project</a:t>
          </a:r>
        </a:p>
      </dgm:t>
    </dgm:pt>
    <dgm:pt modelId="{F0BBB284-662B-6144-B2DB-4D8FF78D48DC}" type="parTrans" cxnId="{DBC894C8-30D3-564D-AB25-BCCFA98C6140}">
      <dgm:prSet/>
      <dgm:spPr/>
      <dgm:t>
        <a:bodyPr/>
        <a:lstStyle/>
        <a:p>
          <a:endParaRPr lang="en-GB"/>
        </a:p>
      </dgm:t>
    </dgm:pt>
    <dgm:pt modelId="{4F5CA6ED-6EEC-5D4B-B392-6DD1EC6DC5B2}" type="sibTrans" cxnId="{DBC894C8-30D3-564D-AB25-BCCFA98C6140}">
      <dgm:prSet/>
      <dgm:spPr/>
      <dgm:t>
        <a:bodyPr/>
        <a:lstStyle/>
        <a:p>
          <a:endParaRPr lang="en-GB"/>
        </a:p>
      </dgm:t>
    </dgm:pt>
    <dgm:pt modelId="{44E76AB4-DEC1-5345-8419-8CB75D40EBB3}">
      <dgm:prSet phldrT="[Text]" phldr="0" custT="1"/>
      <dgm:spPr/>
      <dgm:t>
        <a:bodyPr/>
        <a:lstStyle/>
        <a:p>
          <a:r>
            <a:rPr lang="en-GB" sz="1050"/>
            <a:t>Calendar</a:t>
          </a:r>
        </a:p>
      </dgm:t>
    </dgm:pt>
    <dgm:pt modelId="{5377258C-4CC0-9A4A-BE4B-DDB87A70C579}" type="parTrans" cxnId="{19F6DF36-D9C8-964C-8665-DFB5171224AA}">
      <dgm:prSet/>
      <dgm:spPr/>
      <dgm:t>
        <a:bodyPr/>
        <a:lstStyle/>
        <a:p>
          <a:endParaRPr lang="en-GB"/>
        </a:p>
      </dgm:t>
    </dgm:pt>
    <dgm:pt modelId="{2D0C4D4D-76A7-1140-B65A-EA1C8795F721}" type="sibTrans" cxnId="{19F6DF36-D9C8-964C-8665-DFB5171224AA}">
      <dgm:prSet/>
      <dgm:spPr/>
      <dgm:t>
        <a:bodyPr/>
        <a:lstStyle/>
        <a:p>
          <a:endParaRPr lang="en-GB"/>
        </a:p>
      </dgm:t>
    </dgm:pt>
    <dgm:pt modelId="{9FBE72B4-A18A-9647-9FE8-1E7F905A0240}">
      <dgm:prSet phldrT="[Text]" phldr="0" custT="1"/>
      <dgm:spPr/>
      <dgm:t>
        <a:bodyPr/>
        <a:lstStyle/>
        <a:p>
          <a:r>
            <a:rPr lang="en-GB" sz="1050"/>
            <a:t>OneNote</a:t>
          </a:r>
        </a:p>
      </dgm:t>
    </dgm:pt>
    <dgm:pt modelId="{41785E3E-56A4-9848-A98C-605AE5D9EEC1}" type="parTrans" cxnId="{B89A0802-AEDB-FA41-87C1-A66DC102BEA1}">
      <dgm:prSet/>
      <dgm:spPr/>
      <dgm:t>
        <a:bodyPr/>
        <a:lstStyle/>
        <a:p>
          <a:endParaRPr lang="en-GB"/>
        </a:p>
      </dgm:t>
    </dgm:pt>
    <dgm:pt modelId="{8D9393D1-1033-9A48-9033-17983BBCED0C}" type="sibTrans" cxnId="{B89A0802-AEDB-FA41-87C1-A66DC102BEA1}">
      <dgm:prSet/>
      <dgm:spPr/>
      <dgm:t>
        <a:bodyPr/>
        <a:lstStyle/>
        <a:p>
          <a:endParaRPr lang="en-GB"/>
        </a:p>
      </dgm:t>
    </dgm:pt>
    <dgm:pt modelId="{EF9324CA-8E31-1B4F-9A5A-7DDD88113D36}">
      <dgm:prSet phldrT="[Text]" phldr="0" custT="1"/>
      <dgm:spPr/>
      <dgm:t>
        <a:bodyPr/>
        <a:lstStyle/>
        <a:p>
          <a:r>
            <a:rPr lang="en-GB" sz="1050"/>
            <a:t>Power BI</a:t>
          </a:r>
        </a:p>
      </dgm:t>
    </dgm:pt>
    <dgm:pt modelId="{6EA118C8-8D6C-A64F-B847-BCC71F939B8F}" type="parTrans" cxnId="{039914D1-700B-3A42-A525-525A794E613C}">
      <dgm:prSet/>
      <dgm:spPr/>
      <dgm:t>
        <a:bodyPr/>
        <a:lstStyle/>
        <a:p>
          <a:endParaRPr lang="en-GB"/>
        </a:p>
      </dgm:t>
    </dgm:pt>
    <dgm:pt modelId="{801E60C7-E592-AF44-8A61-2D7946239C74}" type="sibTrans" cxnId="{039914D1-700B-3A42-A525-525A794E613C}">
      <dgm:prSet/>
      <dgm:spPr/>
      <dgm:t>
        <a:bodyPr/>
        <a:lstStyle/>
        <a:p>
          <a:endParaRPr lang="en-GB"/>
        </a:p>
      </dgm:t>
    </dgm:pt>
    <dgm:pt modelId="{902C6078-FB4D-0740-8FA5-8ADBDE3C534C}">
      <dgm:prSet phldrT="[Text]" phldr="0" custT="1"/>
      <dgm:spPr/>
      <dgm:t>
        <a:bodyPr/>
        <a:lstStyle/>
        <a:p>
          <a:r>
            <a:rPr lang="en-GB" sz="1050"/>
            <a:t>Outlook</a:t>
          </a:r>
        </a:p>
      </dgm:t>
    </dgm:pt>
    <dgm:pt modelId="{17CB132C-C5B2-DF4F-B7D0-7077BC401BF3}" type="parTrans" cxnId="{D5CF5B99-1565-CE46-8D28-40D902ED7B96}">
      <dgm:prSet/>
      <dgm:spPr/>
      <dgm:t>
        <a:bodyPr/>
        <a:lstStyle/>
        <a:p>
          <a:endParaRPr lang="en-GB"/>
        </a:p>
      </dgm:t>
    </dgm:pt>
    <dgm:pt modelId="{B854BB9A-6AB5-E04A-A61C-C328B1CCC808}" type="sibTrans" cxnId="{D5CF5B99-1565-CE46-8D28-40D902ED7B96}">
      <dgm:prSet/>
      <dgm:spPr/>
      <dgm:t>
        <a:bodyPr/>
        <a:lstStyle/>
        <a:p>
          <a:endParaRPr lang="en-GB"/>
        </a:p>
      </dgm:t>
    </dgm:pt>
    <dgm:pt modelId="{FA1B0101-513B-D247-A2EC-E2548227B1F7}" type="pres">
      <dgm:prSet presAssocID="{023C624C-0D04-E54F-B446-75C8DE1BF310}" presName="cycle" presStyleCnt="0">
        <dgm:presLayoutVars>
          <dgm:chMax val="1"/>
          <dgm:dir/>
          <dgm:animLvl val="ctr"/>
          <dgm:resizeHandles val="exact"/>
        </dgm:presLayoutVars>
      </dgm:prSet>
      <dgm:spPr/>
    </dgm:pt>
    <dgm:pt modelId="{224440C0-7557-3C44-BAB7-50EA4B646749}" type="pres">
      <dgm:prSet presAssocID="{E716B5C4-DA53-9745-961C-AEE0C421D7D9}" presName="centerShape" presStyleLbl="node0" presStyleIdx="0" presStyleCnt="1"/>
      <dgm:spPr/>
    </dgm:pt>
    <dgm:pt modelId="{6EDB0F23-1D42-8540-AE91-D67F44D7A5B5}" type="pres">
      <dgm:prSet presAssocID="{17CB132C-C5B2-DF4F-B7D0-7077BC401BF3}" presName="parTrans" presStyleLbl="bgSibTrans2D1" presStyleIdx="0" presStyleCnt="10"/>
      <dgm:spPr/>
    </dgm:pt>
    <dgm:pt modelId="{DE9E5130-14B5-D146-BD6A-A07CA232ADCE}" type="pres">
      <dgm:prSet presAssocID="{902C6078-FB4D-0740-8FA5-8ADBDE3C534C}" presName="node" presStyleLbl="node1" presStyleIdx="0" presStyleCnt="10">
        <dgm:presLayoutVars>
          <dgm:bulletEnabled val="1"/>
        </dgm:presLayoutVars>
      </dgm:prSet>
      <dgm:spPr/>
    </dgm:pt>
    <dgm:pt modelId="{38EC8AB3-0F31-F843-860A-40943B1E06D0}" type="pres">
      <dgm:prSet presAssocID="{E357B014-205A-1D40-9427-9F83BB6D1FC7}" presName="parTrans" presStyleLbl="bgSibTrans2D1" presStyleIdx="1" presStyleCnt="10"/>
      <dgm:spPr/>
    </dgm:pt>
    <dgm:pt modelId="{E7B8A2BD-44A0-0A46-BC3E-20A04344DC07}" type="pres">
      <dgm:prSet presAssocID="{BF17F3D1-A149-C045-B9D6-4D255CBF32CA}" presName="node" presStyleLbl="node1" presStyleIdx="1" presStyleCnt="10">
        <dgm:presLayoutVars>
          <dgm:bulletEnabled val="1"/>
        </dgm:presLayoutVars>
      </dgm:prSet>
      <dgm:spPr/>
    </dgm:pt>
    <dgm:pt modelId="{7B798C36-CAB2-F144-8624-72E4B549AB7D}" type="pres">
      <dgm:prSet presAssocID="{22B46057-0728-3F4A-8F11-13A18CE1DD1A}" presName="parTrans" presStyleLbl="bgSibTrans2D1" presStyleIdx="2" presStyleCnt="10"/>
      <dgm:spPr/>
    </dgm:pt>
    <dgm:pt modelId="{B35A4BEA-7295-A745-B6C2-4B25BFEFAB6D}" type="pres">
      <dgm:prSet presAssocID="{A8227080-3A71-2843-B9B3-2944560B6D1C}" presName="node" presStyleLbl="node1" presStyleIdx="2" presStyleCnt="10" custScaleX="142876" custScaleY="83916">
        <dgm:presLayoutVars>
          <dgm:bulletEnabled val="1"/>
        </dgm:presLayoutVars>
      </dgm:prSet>
      <dgm:spPr/>
    </dgm:pt>
    <dgm:pt modelId="{17EC662E-C228-7F4D-875A-991EB5E42607}" type="pres">
      <dgm:prSet presAssocID="{88B99641-01EC-F44B-B51B-3CBDEF6E9275}" presName="parTrans" presStyleLbl="bgSibTrans2D1" presStyleIdx="3" presStyleCnt="10"/>
      <dgm:spPr/>
    </dgm:pt>
    <dgm:pt modelId="{501AEBB7-46A7-214F-B6D0-4D9A28A02408}" type="pres">
      <dgm:prSet presAssocID="{7AF0BC4C-227E-184B-B1FC-6F11ECF425E7}" presName="node" presStyleLbl="node1" presStyleIdx="3" presStyleCnt="10">
        <dgm:presLayoutVars>
          <dgm:bulletEnabled val="1"/>
        </dgm:presLayoutVars>
      </dgm:prSet>
      <dgm:spPr/>
    </dgm:pt>
    <dgm:pt modelId="{7BAFE66F-3846-B84A-BC96-D8CBFC3264FD}" type="pres">
      <dgm:prSet presAssocID="{252C4FDB-76AC-1D43-B6BB-EC189F31FFF3}" presName="parTrans" presStyleLbl="bgSibTrans2D1" presStyleIdx="4" presStyleCnt="10"/>
      <dgm:spPr/>
    </dgm:pt>
    <dgm:pt modelId="{6E26368E-5457-DF40-9261-DE9104C942F3}" type="pres">
      <dgm:prSet presAssocID="{4714B7F6-36DE-3E4F-B3FD-A3FB8A51D453}" presName="node" presStyleLbl="node1" presStyleIdx="4" presStyleCnt="10">
        <dgm:presLayoutVars>
          <dgm:bulletEnabled val="1"/>
        </dgm:presLayoutVars>
      </dgm:prSet>
      <dgm:spPr/>
    </dgm:pt>
    <dgm:pt modelId="{60D8EAAE-662A-A945-B15F-061B9B388073}" type="pres">
      <dgm:prSet presAssocID="{3AC317CB-2630-1644-933D-7B1BB31FEBC4}" presName="parTrans" presStyleLbl="bgSibTrans2D1" presStyleIdx="5" presStyleCnt="10"/>
      <dgm:spPr/>
    </dgm:pt>
    <dgm:pt modelId="{5011C617-C75A-E640-8FCE-1CBCF793E1EB}" type="pres">
      <dgm:prSet presAssocID="{00832343-4A38-3144-81AD-C85C0DDB52DD}" presName="node" presStyleLbl="node1" presStyleIdx="5" presStyleCnt="10">
        <dgm:presLayoutVars>
          <dgm:bulletEnabled val="1"/>
        </dgm:presLayoutVars>
      </dgm:prSet>
      <dgm:spPr/>
    </dgm:pt>
    <dgm:pt modelId="{792B9EE2-8892-2949-9050-EA3047AE4770}" type="pres">
      <dgm:prSet presAssocID="{F0BBB284-662B-6144-B2DB-4D8FF78D48DC}" presName="parTrans" presStyleLbl="bgSibTrans2D1" presStyleIdx="6" presStyleCnt="10"/>
      <dgm:spPr/>
    </dgm:pt>
    <dgm:pt modelId="{6D83FD12-3662-5E41-B4C7-036E119DCC7D}" type="pres">
      <dgm:prSet presAssocID="{46547F63-86C2-044B-8911-BF37AB7551B1}" presName="node" presStyleLbl="node1" presStyleIdx="6" presStyleCnt="10">
        <dgm:presLayoutVars>
          <dgm:bulletEnabled val="1"/>
        </dgm:presLayoutVars>
      </dgm:prSet>
      <dgm:spPr/>
    </dgm:pt>
    <dgm:pt modelId="{E5D46A74-01FE-8E48-93BC-F1E7652E94A0}" type="pres">
      <dgm:prSet presAssocID="{5377258C-4CC0-9A4A-BE4B-DDB87A70C579}" presName="parTrans" presStyleLbl="bgSibTrans2D1" presStyleIdx="7" presStyleCnt="10"/>
      <dgm:spPr/>
    </dgm:pt>
    <dgm:pt modelId="{C46C28ED-8CC1-6842-AE90-BFBE92688559}" type="pres">
      <dgm:prSet presAssocID="{44E76AB4-DEC1-5345-8419-8CB75D40EBB3}" presName="node" presStyleLbl="node1" presStyleIdx="7" presStyleCnt="10">
        <dgm:presLayoutVars>
          <dgm:bulletEnabled val="1"/>
        </dgm:presLayoutVars>
      </dgm:prSet>
      <dgm:spPr/>
    </dgm:pt>
    <dgm:pt modelId="{8E590A10-DDC6-3845-83FA-8B0BBFB9954E}" type="pres">
      <dgm:prSet presAssocID="{41785E3E-56A4-9848-A98C-605AE5D9EEC1}" presName="parTrans" presStyleLbl="bgSibTrans2D1" presStyleIdx="8" presStyleCnt="10"/>
      <dgm:spPr/>
    </dgm:pt>
    <dgm:pt modelId="{85417709-C394-B74C-84FD-C8A692427ABA}" type="pres">
      <dgm:prSet presAssocID="{9FBE72B4-A18A-9647-9FE8-1E7F905A0240}" presName="node" presStyleLbl="node1" presStyleIdx="8" presStyleCnt="10">
        <dgm:presLayoutVars>
          <dgm:bulletEnabled val="1"/>
        </dgm:presLayoutVars>
      </dgm:prSet>
      <dgm:spPr/>
    </dgm:pt>
    <dgm:pt modelId="{325BE13D-C7F4-4476-8455-B47B73BBC395}" type="pres">
      <dgm:prSet presAssocID="{6EA118C8-8D6C-A64F-B847-BCC71F939B8F}" presName="parTrans" presStyleLbl="bgSibTrans2D1" presStyleIdx="9" presStyleCnt="10"/>
      <dgm:spPr/>
    </dgm:pt>
    <dgm:pt modelId="{5F47106E-E5F0-4105-82D5-9BC3E38C337C}" type="pres">
      <dgm:prSet presAssocID="{EF9324CA-8E31-1B4F-9A5A-7DDD88113D36}" presName="node" presStyleLbl="node1" presStyleIdx="9" presStyleCnt="10">
        <dgm:presLayoutVars>
          <dgm:bulletEnabled val="1"/>
        </dgm:presLayoutVars>
      </dgm:prSet>
      <dgm:spPr/>
    </dgm:pt>
  </dgm:ptLst>
  <dgm:cxnLst>
    <dgm:cxn modelId="{B89A0802-AEDB-FA41-87C1-A66DC102BEA1}" srcId="{E716B5C4-DA53-9745-961C-AEE0C421D7D9}" destId="{9FBE72B4-A18A-9647-9FE8-1E7F905A0240}" srcOrd="8" destOrd="0" parTransId="{41785E3E-56A4-9848-A98C-605AE5D9EEC1}" sibTransId="{8D9393D1-1033-9A48-9033-17983BBCED0C}"/>
    <dgm:cxn modelId="{0CAA9404-2A67-AC40-9EFE-DA16AB94D152}" srcId="{E716B5C4-DA53-9745-961C-AEE0C421D7D9}" destId="{4714B7F6-36DE-3E4F-B3FD-A3FB8A51D453}" srcOrd="4" destOrd="0" parTransId="{252C4FDB-76AC-1D43-B6BB-EC189F31FFF3}" sibTransId="{FFD44D03-36C7-E74A-A289-CF54CD609AE1}"/>
    <dgm:cxn modelId="{B2DF6F05-3D56-464F-A612-5C2A6B5AEEC2}" type="presOf" srcId="{252C4FDB-76AC-1D43-B6BB-EC189F31FFF3}" destId="{7BAFE66F-3846-B84A-BC96-D8CBFC3264FD}" srcOrd="0" destOrd="0" presId="urn:microsoft.com/office/officeart/2005/8/layout/radial4"/>
    <dgm:cxn modelId="{827A580F-514C-A947-98FD-F6C259AD8DA4}" srcId="{E716B5C4-DA53-9745-961C-AEE0C421D7D9}" destId="{7AF0BC4C-227E-184B-B1FC-6F11ECF425E7}" srcOrd="3" destOrd="0" parTransId="{88B99641-01EC-F44B-B51B-3CBDEF6E9275}" sibTransId="{CB21A9C6-F8C9-6B46-948C-03DE093A1598}"/>
    <dgm:cxn modelId="{DBE44A16-9891-4ECD-9DD2-06DFE6136900}" type="presOf" srcId="{44E76AB4-DEC1-5345-8419-8CB75D40EBB3}" destId="{C46C28ED-8CC1-6842-AE90-BFBE92688559}" srcOrd="0" destOrd="0" presId="urn:microsoft.com/office/officeart/2005/8/layout/radial4"/>
    <dgm:cxn modelId="{7D0F1418-ABD8-0C41-AC81-45D9880DE91A}" srcId="{E716B5C4-DA53-9745-961C-AEE0C421D7D9}" destId="{00832343-4A38-3144-81AD-C85C0DDB52DD}" srcOrd="5" destOrd="0" parTransId="{3AC317CB-2630-1644-933D-7B1BB31FEBC4}" sibTransId="{9FEFF4FD-09A6-954E-AC87-138CF0A5CBEF}"/>
    <dgm:cxn modelId="{942E631E-99EA-4775-B64B-064CD188FEBB}" type="presOf" srcId="{902C6078-FB4D-0740-8FA5-8ADBDE3C534C}" destId="{DE9E5130-14B5-D146-BD6A-A07CA232ADCE}" srcOrd="0" destOrd="0" presId="urn:microsoft.com/office/officeart/2005/8/layout/radial4"/>
    <dgm:cxn modelId="{2D355B31-B299-4427-B0B3-69327BEE570A}" type="presOf" srcId="{6EA118C8-8D6C-A64F-B847-BCC71F939B8F}" destId="{325BE13D-C7F4-4476-8455-B47B73BBC395}" srcOrd="0" destOrd="0" presId="urn:microsoft.com/office/officeart/2005/8/layout/radial4"/>
    <dgm:cxn modelId="{0135CC32-30AB-C34A-AC57-1D32419B4700}" type="presOf" srcId="{023C624C-0D04-E54F-B446-75C8DE1BF310}" destId="{FA1B0101-513B-D247-A2EC-E2548227B1F7}" srcOrd="0" destOrd="0" presId="urn:microsoft.com/office/officeart/2005/8/layout/radial4"/>
    <dgm:cxn modelId="{19F6DF36-D9C8-964C-8665-DFB5171224AA}" srcId="{E716B5C4-DA53-9745-961C-AEE0C421D7D9}" destId="{44E76AB4-DEC1-5345-8419-8CB75D40EBB3}" srcOrd="7" destOrd="0" parTransId="{5377258C-4CC0-9A4A-BE4B-DDB87A70C579}" sibTransId="{2D0C4D4D-76A7-1140-B65A-EA1C8795F721}"/>
    <dgm:cxn modelId="{14B32D3F-999E-46B0-9D0C-C752D5BD1257}" type="presOf" srcId="{BF17F3D1-A149-C045-B9D6-4D255CBF32CA}" destId="{E7B8A2BD-44A0-0A46-BC3E-20A04344DC07}" srcOrd="0" destOrd="0" presId="urn:microsoft.com/office/officeart/2005/8/layout/radial4"/>
    <dgm:cxn modelId="{B93E2460-B35E-4FF3-8715-D629B7139362}" type="presOf" srcId="{88B99641-01EC-F44B-B51B-3CBDEF6E9275}" destId="{17EC662E-C228-7F4D-875A-991EB5E42607}" srcOrd="0" destOrd="0" presId="urn:microsoft.com/office/officeart/2005/8/layout/radial4"/>
    <dgm:cxn modelId="{700B6860-B3D9-4BAA-A25C-FA208E87F062}" type="presOf" srcId="{E357B014-205A-1D40-9427-9F83BB6D1FC7}" destId="{38EC8AB3-0F31-F843-860A-40943B1E06D0}" srcOrd="0" destOrd="0" presId="urn:microsoft.com/office/officeart/2005/8/layout/radial4"/>
    <dgm:cxn modelId="{7D832645-0FD0-4422-9E59-10F40EAC1A52}" type="presOf" srcId="{EF9324CA-8E31-1B4F-9A5A-7DDD88113D36}" destId="{5F47106E-E5F0-4105-82D5-9BC3E38C337C}" srcOrd="0" destOrd="0" presId="urn:microsoft.com/office/officeart/2005/8/layout/radial4"/>
    <dgm:cxn modelId="{CF8B8668-1F42-40EB-B45E-A7C85E999E2C}" type="presOf" srcId="{3AC317CB-2630-1644-933D-7B1BB31FEBC4}" destId="{60D8EAAE-662A-A945-B15F-061B9B388073}" srcOrd="0" destOrd="0" presId="urn:microsoft.com/office/officeart/2005/8/layout/radial4"/>
    <dgm:cxn modelId="{6043B469-0D10-4DFD-BA1E-32316FCB0EE4}" type="presOf" srcId="{F0BBB284-662B-6144-B2DB-4D8FF78D48DC}" destId="{792B9EE2-8892-2949-9050-EA3047AE4770}" srcOrd="0" destOrd="0" presId="urn:microsoft.com/office/officeart/2005/8/layout/radial4"/>
    <dgm:cxn modelId="{8BDE7C6F-DF51-4809-B3C3-C69C17ED1D70}" type="presOf" srcId="{7AF0BC4C-227E-184B-B1FC-6F11ECF425E7}" destId="{501AEBB7-46A7-214F-B6D0-4D9A28A02408}" srcOrd="0" destOrd="0" presId="urn:microsoft.com/office/officeart/2005/8/layout/radial4"/>
    <dgm:cxn modelId="{7CCE0770-CCFC-4D90-B7D8-F22DC4C387E1}" type="presOf" srcId="{A8227080-3A71-2843-B9B3-2944560B6D1C}" destId="{B35A4BEA-7295-A745-B6C2-4B25BFEFAB6D}" srcOrd="0" destOrd="0" presId="urn:microsoft.com/office/officeart/2005/8/layout/radial4"/>
    <dgm:cxn modelId="{9CC16171-A7B6-4B03-ACC6-B0F384C41476}" type="presOf" srcId="{9FBE72B4-A18A-9647-9FE8-1E7F905A0240}" destId="{85417709-C394-B74C-84FD-C8A692427ABA}" srcOrd="0" destOrd="0" presId="urn:microsoft.com/office/officeart/2005/8/layout/radial4"/>
    <dgm:cxn modelId="{339DF778-6590-4938-B2E1-64C72FD86369}" type="presOf" srcId="{5377258C-4CC0-9A4A-BE4B-DDB87A70C579}" destId="{E5D46A74-01FE-8E48-93BC-F1E7652E94A0}" srcOrd="0" destOrd="0" presId="urn:microsoft.com/office/officeart/2005/8/layout/radial4"/>
    <dgm:cxn modelId="{46455180-9378-4CDD-A1E5-65F13B11AA5A}" type="presOf" srcId="{17CB132C-C5B2-DF4F-B7D0-7077BC401BF3}" destId="{6EDB0F23-1D42-8540-AE91-D67F44D7A5B5}" srcOrd="0" destOrd="0" presId="urn:microsoft.com/office/officeart/2005/8/layout/radial4"/>
    <dgm:cxn modelId="{4DA71B8B-77EF-445E-A9AA-473F7C11C883}" type="presOf" srcId="{E716B5C4-DA53-9745-961C-AEE0C421D7D9}" destId="{224440C0-7557-3C44-BAB7-50EA4B646749}" srcOrd="0" destOrd="0" presId="urn:microsoft.com/office/officeart/2005/8/layout/radial4"/>
    <dgm:cxn modelId="{D5CF5B99-1565-CE46-8D28-40D902ED7B96}" srcId="{E716B5C4-DA53-9745-961C-AEE0C421D7D9}" destId="{902C6078-FB4D-0740-8FA5-8ADBDE3C534C}" srcOrd="0" destOrd="0" parTransId="{17CB132C-C5B2-DF4F-B7D0-7077BC401BF3}" sibTransId="{B854BB9A-6AB5-E04A-A61C-C328B1CCC808}"/>
    <dgm:cxn modelId="{6421AC9C-AC64-4140-94D3-10217712C786}" srcId="{E716B5C4-DA53-9745-961C-AEE0C421D7D9}" destId="{BF17F3D1-A149-C045-B9D6-4D255CBF32CA}" srcOrd="1" destOrd="0" parTransId="{E357B014-205A-1D40-9427-9F83BB6D1FC7}" sibTransId="{13E75967-696C-FF4D-BBD7-395594D04C01}"/>
    <dgm:cxn modelId="{1716B7A6-D3A7-47AF-B7AA-202549A6215C}" type="presOf" srcId="{4714B7F6-36DE-3E4F-B3FD-A3FB8A51D453}" destId="{6E26368E-5457-DF40-9261-DE9104C942F3}" srcOrd="0" destOrd="0" presId="urn:microsoft.com/office/officeart/2005/8/layout/radial4"/>
    <dgm:cxn modelId="{6ABE15B7-643C-4B80-93D4-68B7E0F7176A}" type="presOf" srcId="{22B46057-0728-3F4A-8F11-13A18CE1DD1A}" destId="{7B798C36-CAB2-F144-8624-72E4B549AB7D}" srcOrd="0" destOrd="0" presId="urn:microsoft.com/office/officeart/2005/8/layout/radial4"/>
    <dgm:cxn modelId="{D28656B7-45C3-4802-A3D3-916E1BB00502}" type="presOf" srcId="{00832343-4A38-3144-81AD-C85C0DDB52DD}" destId="{5011C617-C75A-E640-8FCE-1CBCF793E1EB}" srcOrd="0" destOrd="0" presId="urn:microsoft.com/office/officeart/2005/8/layout/radial4"/>
    <dgm:cxn modelId="{DBC894C8-30D3-564D-AB25-BCCFA98C6140}" srcId="{E716B5C4-DA53-9745-961C-AEE0C421D7D9}" destId="{46547F63-86C2-044B-8911-BF37AB7551B1}" srcOrd="6" destOrd="0" parTransId="{F0BBB284-662B-6144-B2DB-4D8FF78D48DC}" sibTransId="{4F5CA6ED-6EEC-5D4B-B392-6DD1EC6DC5B2}"/>
    <dgm:cxn modelId="{039914D1-700B-3A42-A525-525A794E613C}" srcId="{E716B5C4-DA53-9745-961C-AEE0C421D7D9}" destId="{EF9324CA-8E31-1B4F-9A5A-7DDD88113D36}" srcOrd="9" destOrd="0" parTransId="{6EA118C8-8D6C-A64F-B847-BCC71F939B8F}" sibTransId="{801E60C7-E592-AF44-8A61-2D7946239C74}"/>
    <dgm:cxn modelId="{439BBAD5-1EE0-6B4F-B3A0-FDC6B50F9F8A}" srcId="{023C624C-0D04-E54F-B446-75C8DE1BF310}" destId="{E716B5C4-DA53-9745-961C-AEE0C421D7D9}" srcOrd="0" destOrd="0" parTransId="{31BF4B77-73EC-4D45-98ED-3EA45AD9BF08}" sibTransId="{5440BD2E-BB1B-4B4A-8AFF-0D7515C70FA3}"/>
    <dgm:cxn modelId="{D8A032D6-7E07-284B-A502-E0528C66D307}" srcId="{E716B5C4-DA53-9745-961C-AEE0C421D7D9}" destId="{A8227080-3A71-2843-B9B3-2944560B6D1C}" srcOrd="2" destOrd="0" parTransId="{22B46057-0728-3F4A-8F11-13A18CE1DD1A}" sibTransId="{F9AE9458-F9C3-B84C-8DFD-075AD1BFCCC6}"/>
    <dgm:cxn modelId="{8C8B9BEC-3C03-4B5D-9B0F-B455F6498C69}" type="presOf" srcId="{46547F63-86C2-044B-8911-BF37AB7551B1}" destId="{6D83FD12-3662-5E41-B4C7-036E119DCC7D}" srcOrd="0" destOrd="0" presId="urn:microsoft.com/office/officeart/2005/8/layout/radial4"/>
    <dgm:cxn modelId="{763185FA-8EE2-4B43-B2DA-84ABE7503FF8}" type="presOf" srcId="{41785E3E-56A4-9848-A98C-605AE5D9EEC1}" destId="{8E590A10-DDC6-3845-83FA-8B0BBFB9954E}" srcOrd="0" destOrd="0" presId="urn:microsoft.com/office/officeart/2005/8/layout/radial4"/>
    <dgm:cxn modelId="{A2D5E511-C138-462C-863B-79D45623317A}" type="presParOf" srcId="{FA1B0101-513B-D247-A2EC-E2548227B1F7}" destId="{224440C0-7557-3C44-BAB7-50EA4B646749}" srcOrd="0" destOrd="0" presId="urn:microsoft.com/office/officeart/2005/8/layout/radial4"/>
    <dgm:cxn modelId="{7FBFF601-34F2-4EB2-B0F2-3956E6F84E55}" type="presParOf" srcId="{FA1B0101-513B-D247-A2EC-E2548227B1F7}" destId="{6EDB0F23-1D42-8540-AE91-D67F44D7A5B5}" srcOrd="1" destOrd="0" presId="urn:microsoft.com/office/officeart/2005/8/layout/radial4"/>
    <dgm:cxn modelId="{6D9DA8F8-4D1E-4EFA-814E-64A320AAD0E8}" type="presParOf" srcId="{FA1B0101-513B-D247-A2EC-E2548227B1F7}" destId="{DE9E5130-14B5-D146-BD6A-A07CA232ADCE}" srcOrd="2" destOrd="0" presId="urn:microsoft.com/office/officeart/2005/8/layout/radial4"/>
    <dgm:cxn modelId="{C21FB83B-D761-4624-920A-19EBD389A456}" type="presParOf" srcId="{FA1B0101-513B-D247-A2EC-E2548227B1F7}" destId="{38EC8AB3-0F31-F843-860A-40943B1E06D0}" srcOrd="3" destOrd="0" presId="urn:microsoft.com/office/officeart/2005/8/layout/radial4"/>
    <dgm:cxn modelId="{5BBE98FC-4F28-45E3-B4FF-3D63919B6C9D}" type="presParOf" srcId="{FA1B0101-513B-D247-A2EC-E2548227B1F7}" destId="{E7B8A2BD-44A0-0A46-BC3E-20A04344DC07}" srcOrd="4" destOrd="0" presId="urn:microsoft.com/office/officeart/2005/8/layout/radial4"/>
    <dgm:cxn modelId="{DA9B0E11-4799-4BA3-8DC1-5D356506A2E3}" type="presParOf" srcId="{FA1B0101-513B-D247-A2EC-E2548227B1F7}" destId="{7B798C36-CAB2-F144-8624-72E4B549AB7D}" srcOrd="5" destOrd="0" presId="urn:microsoft.com/office/officeart/2005/8/layout/radial4"/>
    <dgm:cxn modelId="{66C53113-551C-4323-A387-2B43A46DD22B}" type="presParOf" srcId="{FA1B0101-513B-D247-A2EC-E2548227B1F7}" destId="{B35A4BEA-7295-A745-B6C2-4B25BFEFAB6D}" srcOrd="6" destOrd="0" presId="urn:microsoft.com/office/officeart/2005/8/layout/radial4"/>
    <dgm:cxn modelId="{CF360C11-D0F8-4443-BB68-2755F076E2F9}" type="presParOf" srcId="{FA1B0101-513B-D247-A2EC-E2548227B1F7}" destId="{17EC662E-C228-7F4D-875A-991EB5E42607}" srcOrd="7" destOrd="0" presId="urn:microsoft.com/office/officeart/2005/8/layout/radial4"/>
    <dgm:cxn modelId="{2EB3FEB5-058E-487B-94F3-3FCF48D15A69}" type="presParOf" srcId="{FA1B0101-513B-D247-A2EC-E2548227B1F7}" destId="{501AEBB7-46A7-214F-B6D0-4D9A28A02408}" srcOrd="8" destOrd="0" presId="urn:microsoft.com/office/officeart/2005/8/layout/radial4"/>
    <dgm:cxn modelId="{0DE2095F-6A04-4E87-BDEC-C7C4C994B389}" type="presParOf" srcId="{FA1B0101-513B-D247-A2EC-E2548227B1F7}" destId="{7BAFE66F-3846-B84A-BC96-D8CBFC3264FD}" srcOrd="9" destOrd="0" presId="urn:microsoft.com/office/officeart/2005/8/layout/radial4"/>
    <dgm:cxn modelId="{C781FA3B-DED1-47AF-81C7-32F30A0365F9}" type="presParOf" srcId="{FA1B0101-513B-D247-A2EC-E2548227B1F7}" destId="{6E26368E-5457-DF40-9261-DE9104C942F3}" srcOrd="10" destOrd="0" presId="urn:microsoft.com/office/officeart/2005/8/layout/radial4"/>
    <dgm:cxn modelId="{29C85D36-D12B-4C6E-BA00-E926B68E1BA5}" type="presParOf" srcId="{FA1B0101-513B-D247-A2EC-E2548227B1F7}" destId="{60D8EAAE-662A-A945-B15F-061B9B388073}" srcOrd="11" destOrd="0" presId="urn:microsoft.com/office/officeart/2005/8/layout/radial4"/>
    <dgm:cxn modelId="{27243168-F4B9-40E6-A8A0-833B21969275}" type="presParOf" srcId="{FA1B0101-513B-D247-A2EC-E2548227B1F7}" destId="{5011C617-C75A-E640-8FCE-1CBCF793E1EB}" srcOrd="12" destOrd="0" presId="urn:microsoft.com/office/officeart/2005/8/layout/radial4"/>
    <dgm:cxn modelId="{6E959217-1087-4921-8EB3-61A280DAA826}" type="presParOf" srcId="{FA1B0101-513B-D247-A2EC-E2548227B1F7}" destId="{792B9EE2-8892-2949-9050-EA3047AE4770}" srcOrd="13" destOrd="0" presId="urn:microsoft.com/office/officeart/2005/8/layout/radial4"/>
    <dgm:cxn modelId="{EDB522AF-435D-45DE-B07B-4B5E75E41457}" type="presParOf" srcId="{FA1B0101-513B-D247-A2EC-E2548227B1F7}" destId="{6D83FD12-3662-5E41-B4C7-036E119DCC7D}" srcOrd="14" destOrd="0" presId="urn:microsoft.com/office/officeart/2005/8/layout/radial4"/>
    <dgm:cxn modelId="{840A14C8-EF8F-4F40-A2F8-DE8D279CDCE4}" type="presParOf" srcId="{FA1B0101-513B-D247-A2EC-E2548227B1F7}" destId="{E5D46A74-01FE-8E48-93BC-F1E7652E94A0}" srcOrd="15" destOrd="0" presId="urn:microsoft.com/office/officeart/2005/8/layout/radial4"/>
    <dgm:cxn modelId="{B11B5508-552C-4946-A51E-220A4D97BE3A}" type="presParOf" srcId="{FA1B0101-513B-D247-A2EC-E2548227B1F7}" destId="{C46C28ED-8CC1-6842-AE90-BFBE92688559}" srcOrd="16" destOrd="0" presId="urn:microsoft.com/office/officeart/2005/8/layout/radial4"/>
    <dgm:cxn modelId="{24527C8A-7DF2-4800-8F69-79C254785915}" type="presParOf" srcId="{FA1B0101-513B-D247-A2EC-E2548227B1F7}" destId="{8E590A10-DDC6-3845-83FA-8B0BBFB9954E}" srcOrd="17" destOrd="0" presId="urn:microsoft.com/office/officeart/2005/8/layout/radial4"/>
    <dgm:cxn modelId="{900EF2C4-B225-4B77-A81F-20778579CE07}" type="presParOf" srcId="{FA1B0101-513B-D247-A2EC-E2548227B1F7}" destId="{85417709-C394-B74C-84FD-C8A692427ABA}" srcOrd="18" destOrd="0" presId="urn:microsoft.com/office/officeart/2005/8/layout/radial4"/>
    <dgm:cxn modelId="{AE52D501-325E-4AC0-BFF3-A966BAEE837D}" type="presParOf" srcId="{FA1B0101-513B-D247-A2EC-E2548227B1F7}" destId="{325BE13D-C7F4-4476-8455-B47B73BBC395}" srcOrd="19" destOrd="0" presId="urn:microsoft.com/office/officeart/2005/8/layout/radial4"/>
    <dgm:cxn modelId="{093D9B19-D03E-4B7E-95A8-50AFA92C79CC}" type="presParOf" srcId="{FA1B0101-513B-D247-A2EC-E2548227B1F7}" destId="{5F47106E-E5F0-4105-82D5-9BC3E38C337C}" srcOrd="20" destOrd="0" presId="urn:microsoft.com/office/officeart/2005/8/layout/radial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3802228-14AA-7042-B203-6F18BD5F4775}" type="doc">
      <dgm:prSet loTypeId="urn:microsoft.com/office/officeart/2005/8/layout/lProcess2" loCatId="" qsTypeId="urn:microsoft.com/office/officeart/2005/8/quickstyle/simple1" qsCatId="simple" csTypeId="urn:microsoft.com/office/officeart/2005/8/colors/accent1_1" csCatId="accent1" phldr="1"/>
      <dgm:spPr/>
      <dgm:t>
        <a:bodyPr/>
        <a:lstStyle/>
        <a:p>
          <a:endParaRPr lang="en-GB"/>
        </a:p>
      </dgm:t>
    </dgm:pt>
    <dgm:pt modelId="{42859F9E-279B-324A-B7E8-61D756839FCC}">
      <dgm:prSet phldrT="[Text]" phldr="0" custT="1"/>
      <dgm:spPr/>
      <dgm:t>
        <a:bodyPr/>
        <a:lstStyle/>
        <a:p>
          <a:r>
            <a:rPr lang="en-GB" sz="2800"/>
            <a:t>Microsoft 365 Groups</a:t>
          </a:r>
        </a:p>
      </dgm:t>
    </dgm:pt>
    <dgm:pt modelId="{6BD77C4B-1A67-2348-81BE-54B62BAA4A59}" type="parTrans" cxnId="{41DEF00A-6B02-0547-9746-13F08F4ED80E}">
      <dgm:prSet/>
      <dgm:spPr/>
      <dgm:t>
        <a:bodyPr/>
        <a:lstStyle/>
        <a:p>
          <a:endParaRPr lang="en-GB"/>
        </a:p>
      </dgm:t>
    </dgm:pt>
    <dgm:pt modelId="{82CC64C9-DE62-D645-9B1E-FF3A3F30CBDD}" type="sibTrans" cxnId="{41DEF00A-6B02-0547-9746-13F08F4ED80E}">
      <dgm:prSet/>
      <dgm:spPr/>
      <dgm:t>
        <a:bodyPr/>
        <a:lstStyle/>
        <a:p>
          <a:endParaRPr lang="en-GB"/>
        </a:p>
      </dgm:t>
    </dgm:pt>
    <dgm:pt modelId="{92513CC2-A95C-4442-AAB4-C8D5FD7A1475}">
      <dgm:prSet phldrT="[Text]" phldr="0" custT="1"/>
      <dgm:spPr>
        <a:solidFill>
          <a:schemeClr val="accent2"/>
        </a:solidFill>
      </dgm:spPr>
      <dgm:t>
        <a:bodyPr/>
        <a:lstStyle/>
        <a:p>
          <a:r>
            <a:rPr lang="en-GB" sz="2800">
              <a:solidFill>
                <a:schemeClr val="bg1"/>
              </a:solidFill>
            </a:rPr>
            <a:t>Collaborate in shared workspaces</a:t>
          </a:r>
        </a:p>
      </dgm:t>
    </dgm:pt>
    <dgm:pt modelId="{B90D2AF3-99E8-1149-9358-E94ADB752892}" type="parTrans" cxnId="{5521AB38-E473-2344-A536-E1A8AC2EDD47}">
      <dgm:prSet/>
      <dgm:spPr/>
      <dgm:t>
        <a:bodyPr/>
        <a:lstStyle/>
        <a:p>
          <a:endParaRPr lang="en-GB"/>
        </a:p>
      </dgm:t>
    </dgm:pt>
    <dgm:pt modelId="{ED4E0AC5-23D4-2346-8BB1-5237388ABBBB}" type="sibTrans" cxnId="{5521AB38-E473-2344-A536-E1A8AC2EDD47}">
      <dgm:prSet/>
      <dgm:spPr/>
      <dgm:t>
        <a:bodyPr/>
        <a:lstStyle/>
        <a:p>
          <a:endParaRPr lang="en-GB"/>
        </a:p>
      </dgm:t>
    </dgm:pt>
    <dgm:pt modelId="{09BD38BC-CF17-FC41-A565-CDC57E3F94A9}">
      <dgm:prSet phldrT="[Text]" phldr="0" custT="1"/>
      <dgm:spPr/>
      <dgm:t>
        <a:bodyPr/>
        <a:lstStyle/>
        <a:p>
          <a:r>
            <a:rPr lang="en-GB" sz="2800"/>
            <a:t>Security Groups</a:t>
          </a:r>
        </a:p>
      </dgm:t>
    </dgm:pt>
    <dgm:pt modelId="{EDA7AD70-C4BD-1C4C-90FE-DC95A8131A07}" type="parTrans" cxnId="{52E93C1D-710C-9543-90D2-C3D72F863101}">
      <dgm:prSet/>
      <dgm:spPr/>
      <dgm:t>
        <a:bodyPr/>
        <a:lstStyle/>
        <a:p>
          <a:endParaRPr lang="en-GB"/>
        </a:p>
      </dgm:t>
    </dgm:pt>
    <dgm:pt modelId="{2D567190-9E0F-BD48-9A83-406176D22F26}" type="sibTrans" cxnId="{52E93C1D-710C-9543-90D2-C3D72F863101}">
      <dgm:prSet/>
      <dgm:spPr/>
      <dgm:t>
        <a:bodyPr/>
        <a:lstStyle/>
        <a:p>
          <a:endParaRPr lang="en-GB"/>
        </a:p>
      </dgm:t>
    </dgm:pt>
    <dgm:pt modelId="{28C9EE4C-CAC4-3D47-BEAA-2115FF8E693F}">
      <dgm:prSet phldrT="[Text]" phldr="0" custT="1"/>
      <dgm:spPr/>
      <dgm:t>
        <a:bodyPr/>
        <a:lstStyle/>
        <a:p>
          <a:r>
            <a:rPr lang="en-GB" sz="2800"/>
            <a:t>Grant access to resources and devices</a:t>
          </a:r>
        </a:p>
      </dgm:t>
    </dgm:pt>
    <dgm:pt modelId="{42A1047B-3B54-2D46-9435-7938F36986BB}" type="parTrans" cxnId="{CA4D21E7-A8F8-EE4C-A966-87BEB9B2DD2F}">
      <dgm:prSet/>
      <dgm:spPr/>
      <dgm:t>
        <a:bodyPr/>
        <a:lstStyle/>
        <a:p>
          <a:endParaRPr lang="en-GB"/>
        </a:p>
      </dgm:t>
    </dgm:pt>
    <dgm:pt modelId="{A087E3F9-7D90-7542-B7B1-0CCB234F4DE6}" type="sibTrans" cxnId="{CA4D21E7-A8F8-EE4C-A966-87BEB9B2DD2F}">
      <dgm:prSet/>
      <dgm:spPr/>
      <dgm:t>
        <a:bodyPr/>
        <a:lstStyle/>
        <a:p>
          <a:endParaRPr lang="en-GB"/>
        </a:p>
      </dgm:t>
    </dgm:pt>
    <dgm:pt modelId="{8D49DACF-926F-7B4E-92BB-AF2D0E553D16}">
      <dgm:prSet phldrT="[Text]" phldr="0" custT="1"/>
      <dgm:spPr/>
      <dgm:t>
        <a:bodyPr/>
        <a:lstStyle/>
        <a:p>
          <a:r>
            <a:rPr lang="en-GB" sz="2800"/>
            <a:t>Distribution Groups</a:t>
          </a:r>
        </a:p>
      </dgm:t>
    </dgm:pt>
    <dgm:pt modelId="{D5FCC991-4703-E64C-85BF-42D396AF7FB8}" type="parTrans" cxnId="{D64D2F80-9CC7-444F-B081-9E599DB94D79}">
      <dgm:prSet/>
      <dgm:spPr/>
      <dgm:t>
        <a:bodyPr/>
        <a:lstStyle/>
        <a:p>
          <a:endParaRPr lang="en-GB"/>
        </a:p>
      </dgm:t>
    </dgm:pt>
    <dgm:pt modelId="{4A521732-285A-2B4A-A47B-5F7BA6894525}" type="sibTrans" cxnId="{D64D2F80-9CC7-444F-B081-9E599DB94D79}">
      <dgm:prSet/>
      <dgm:spPr/>
      <dgm:t>
        <a:bodyPr/>
        <a:lstStyle/>
        <a:p>
          <a:endParaRPr lang="en-GB"/>
        </a:p>
      </dgm:t>
    </dgm:pt>
    <dgm:pt modelId="{E3A04FC2-9689-774D-A24B-3B37DCE6F821}">
      <dgm:prSet phldrT="[Text]" phldr="0" custT="1"/>
      <dgm:spPr/>
      <dgm:t>
        <a:bodyPr/>
        <a:lstStyle/>
        <a:p>
          <a:r>
            <a:rPr lang="en-GB" sz="2800"/>
            <a:t>Send emails to groups of people</a:t>
          </a:r>
        </a:p>
      </dgm:t>
    </dgm:pt>
    <dgm:pt modelId="{38A849B0-7005-7342-9C0B-EA88602B2BA1}" type="parTrans" cxnId="{9E29E2E6-4003-2644-80CF-62009A8E244F}">
      <dgm:prSet/>
      <dgm:spPr/>
      <dgm:t>
        <a:bodyPr/>
        <a:lstStyle/>
        <a:p>
          <a:endParaRPr lang="en-GB"/>
        </a:p>
      </dgm:t>
    </dgm:pt>
    <dgm:pt modelId="{0DFC3A38-E0B8-6845-81C0-D7ECA2ABDBD6}" type="sibTrans" cxnId="{9E29E2E6-4003-2644-80CF-62009A8E244F}">
      <dgm:prSet/>
      <dgm:spPr/>
      <dgm:t>
        <a:bodyPr/>
        <a:lstStyle/>
        <a:p>
          <a:endParaRPr lang="en-GB"/>
        </a:p>
      </dgm:t>
    </dgm:pt>
    <dgm:pt modelId="{DED6AE37-7B07-0248-8DC1-8A023D941DB5}" type="pres">
      <dgm:prSet presAssocID="{D3802228-14AA-7042-B203-6F18BD5F4775}" presName="theList" presStyleCnt="0">
        <dgm:presLayoutVars>
          <dgm:dir/>
          <dgm:animLvl val="lvl"/>
          <dgm:resizeHandles val="exact"/>
        </dgm:presLayoutVars>
      </dgm:prSet>
      <dgm:spPr/>
    </dgm:pt>
    <dgm:pt modelId="{F5E98FD3-EE84-E54B-85AC-A0741BF6B43B}" type="pres">
      <dgm:prSet presAssocID="{42859F9E-279B-324A-B7E8-61D756839FCC}" presName="compNode" presStyleCnt="0"/>
      <dgm:spPr/>
    </dgm:pt>
    <dgm:pt modelId="{117C0457-4105-7E41-8990-657F71B8C270}" type="pres">
      <dgm:prSet presAssocID="{42859F9E-279B-324A-B7E8-61D756839FCC}" presName="aNode" presStyleLbl="bgShp" presStyleIdx="0" presStyleCnt="3"/>
      <dgm:spPr/>
    </dgm:pt>
    <dgm:pt modelId="{FC98FD0B-FAEB-3B40-AF71-AD17B8912192}" type="pres">
      <dgm:prSet presAssocID="{42859F9E-279B-324A-B7E8-61D756839FCC}" presName="textNode" presStyleLbl="bgShp" presStyleIdx="0" presStyleCnt="3"/>
      <dgm:spPr/>
    </dgm:pt>
    <dgm:pt modelId="{FFA409BF-516D-124D-AEDD-56F148093C8E}" type="pres">
      <dgm:prSet presAssocID="{42859F9E-279B-324A-B7E8-61D756839FCC}" presName="compChildNode" presStyleCnt="0"/>
      <dgm:spPr/>
    </dgm:pt>
    <dgm:pt modelId="{4D86203D-28DE-F34B-81BD-610D49BE6EA7}" type="pres">
      <dgm:prSet presAssocID="{42859F9E-279B-324A-B7E8-61D756839FCC}" presName="theInnerList" presStyleCnt="0"/>
      <dgm:spPr/>
    </dgm:pt>
    <dgm:pt modelId="{4046C4FC-0B95-C640-B6D4-0A647C4122F4}" type="pres">
      <dgm:prSet presAssocID="{92513CC2-A95C-4442-AAB4-C8D5FD7A1475}" presName="childNode" presStyleLbl="node1" presStyleIdx="0" presStyleCnt="3">
        <dgm:presLayoutVars>
          <dgm:bulletEnabled val="1"/>
        </dgm:presLayoutVars>
      </dgm:prSet>
      <dgm:spPr/>
    </dgm:pt>
    <dgm:pt modelId="{E6E898BC-67E2-934E-835B-AE26572F9F79}" type="pres">
      <dgm:prSet presAssocID="{42859F9E-279B-324A-B7E8-61D756839FCC}" presName="aSpace" presStyleCnt="0"/>
      <dgm:spPr/>
    </dgm:pt>
    <dgm:pt modelId="{774C717A-F6FD-F54C-9CC1-FE3F8927D283}" type="pres">
      <dgm:prSet presAssocID="{09BD38BC-CF17-FC41-A565-CDC57E3F94A9}" presName="compNode" presStyleCnt="0"/>
      <dgm:spPr/>
    </dgm:pt>
    <dgm:pt modelId="{588AF5E3-45D9-7746-B5C7-913B0EA68683}" type="pres">
      <dgm:prSet presAssocID="{09BD38BC-CF17-FC41-A565-CDC57E3F94A9}" presName="aNode" presStyleLbl="bgShp" presStyleIdx="1" presStyleCnt="3"/>
      <dgm:spPr/>
    </dgm:pt>
    <dgm:pt modelId="{8D31DCC8-6358-164B-956F-3F1DDB22B3A8}" type="pres">
      <dgm:prSet presAssocID="{09BD38BC-CF17-FC41-A565-CDC57E3F94A9}" presName="textNode" presStyleLbl="bgShp" presStyleIdx="1" presStyleCnt="3"/>
      <dgm:spPr/>
    </dgm:pt>
    <dgm:pt modelId="{FF5BE1DD-C235-1042-B509-2D7E4BBECD1C}" type="pres">
      <dgm:prSet presAssocID="{09BD38BC-CF17-FC41-A565-CDC57E3F94A9}" presName="compChildNode" presStyleCnt="0"/>
      <dgm:spPr/>
    </dgm:pt>
    <dgm:pt modelId="{85C5A067-8450-D740-B9E6-D0C0514BFE35}" type="pres">
      <dgm:prSet presAssocID="{09BD38BC-CF17-FC41-A565-CDC57E3F94A9}" presName="theInnerList" presStyleCnt="0"/>
      <dgm:spPr/>
    </dgm:pt>
    <dgm:pt modelId="{5A701B83-6950-2146-9658-FC4BC261929C}" type="pres">
      <dgm:prSet presAssocID="{28C9EE4C-CAC4-3D47-BEAA-2115FF8E693F}" presName="childNode" presStyleLbl="node1" presStyleIdx="1" presStyleCnt="3">
        <dgm:presLayoutVars>
          <dgm:bulletEnabled val="1"/>
        </dgm:presLayoutVars>
      </dgm:prSet>
      <dgm:spPr/>
    </dgm:pt>
    <dgm:pt modelId="{34EED680-02BD-8643-AC10-5CE2486DB586}" type="pres">
      <dgm:prSet presAssocID="{09BD38BC-CF17-FC41-A565-CDC57E3F94A9}" presName="aSpace" presStyleCnt="0"/>
      <dgm:spPr/>
    </dgm:pt>
    <dgm:pt modelId="{22EA4981-D514-A942-95F9-F7AFC4C206A7}" type="pres">
      <dgm:prSet presAssocID="{8D49DACF-926F-7B4E-92BB-AF2D0E553D16}" presName="compNode" presStyleCnt="0"/>
      <dgm:spPr/>
    </dgm:pt>
    <dgm:pt modelId="{7F7C0B6D-67FB-6E4F-BD32-0B13CA04E13D}" type="pres">
      <dgm:prSet presAssocID="{8D49DACF-926F-7B4E-92BB-AF2D0E553D16}" presName="aNode" presStyleLbl="bgShp" presStyleIdx="2" presStyleCnt="3"/>
      <dgm:spPr/>
    </dgm:pt>
    <dgm:pt modelId="{90B60915-D34A-4E40-B433-FB7551C53E25}" type="pres">
      <dgm:prSet presAssocID="{8D49DACF-926F-7B4E-92BB-AF2D0E553D16}" presName="textNode" presStyleLbl="bgShp" presStyleIdx="2" presStyleCnt="3"/>
      <dgm:spPr/>
    </dgm:pt>
    <dgm:pt modelId="{40163FCC-50B6-A145-92F9-A2C35515816E}" type="pres">
      <dgm:prSet presAssocID="{8D49DACF-926F-7B4E-92BB-AF2D0E553D16}" presName="compChildNode" presStyleCnt="0"/>
      <dgm:spPr/>
    </dgm:pt>
    <dgm:pt modelId="{6823C245-6E38-4044-BEA7-387F79230221}" type="pres">
      <dgm:prSet presAssocID="{8D49DACF-926F-7B4E-92BB-AF2D0E553D16}" presName="theInnerList" presStyleCnt="0"/>
      <dgm:spPr/>
    </dgm:pt>
    <dgm:pt modelId="{BFF3DA0C-DFE2-AF40-9856-A5CFDBB976C7}" type="pres">
      <dgm:prSet presAssocID="{E3A04FC2-9689-774D-A24B-3B37DCE6F821}" presName="childNode" presStyleLbl="node1" presStyleIdx="2" presStyleCnt="3">
        <dgm:presLayoutVars>
          <dgm:bulletEnabled val="1"/>
        </dgm:presLayoutVars>
      </dgm:prSet>
      <dgm:spPr/>
    </dgm:pt>
  </dgm:ptLst>
  <dgm:cxnLst>
    <dgm:cxn modelId="{41DEF00A-6B02-0547-9746-13F08F4ED80E}" srcId="{D3802228-14AA-7042-B203-6F18BD5F4775}" destId="{42859F9E-279B-324A-B7E8-61D756839FCC}" srcOrd="0" destOrd="0" parTransId="{6BD77C4B-1A67-2348-81BE-54B62BAA4A59}" sibTransId="{82CC64C9-DE62-D645-9B1E-FF3A3F30CBDD}"/>
    <dgm:cxn modelId="{BE545918-3625-3A4E-B6B4-032D94AE5932}" type="presOf" srcId="{D3802228-14AA-7042-B203-6F18BD5F4775}" destId="{DED6AE37-7B07-0248-8DC1-8A023D941DB5}" srcOrd="0" destOrd="0" presId="urn:microsoft.com/office/officeart/2005/8/layout/lProcess2"/>
    <dgm:cxn modelId="{52E93C1D-710C-9543-90D2-C3D72F863101}" srcId="{D3802228-14AA-7042-B203-6F18BD5F4775}" destId="{09BD38BC-CF17-FC41-A565-CDC57E3F94A9}" srcOrd="1" destOrd="0" parTransId="{EDA7AD70-C4BD-1C4C-90FE-DC95A8131A07}" sibTransId="{2D567190-9E0F-BD48-9A83-406176D22F26}"/>
    <dgm:cxn modelId="{5521AB38-E473-2344-A536-E1A8AC2EDD47}" srcId="{42859F9E-279B-324A-B7E8-61D756839FCC}" destId="{92513CC2-A95C-4442-AAB4-C8D5FD7A1475}" srcOrd="0" destOrd="0" parTransId="{B90D2AF3-99E8-1149-9358-E94ADB752892}" sibTransId="{ED4E0AC5-23D4-2346-8BB1-5237388ABBBB}"/>
    <dgm:cxn modelId="{33ECC262-B040-094B-BF10-FF5EBC6F6C7B}" type="presOf" srcId="{09BD38BC-CF17-FC41-A565-CDC57E3F94A9}" destId="{8D31DCC8-6358-164B-956F-3F1DDB22B3A8}" srcOrd="1" destOrd="0" presId="urn:microsoft.com/office/officeart/2005/8/layout/lProcess2"/>
    <dgm:cxn modelId="{DB45D865-9C0C-EE41-A41A-E95AEEF53EDA}" type="presOf" srcId="{92513CC2-A95C-4442-AAB4-C8D5FD7A1475}" destId="{4046C4FC-0B95-C640-B6D4-0A647C4122F4}" srcOrd="0" destOrd="0" presId="urn:microsoft.com/office/officeart/2005/8/layout/lProcess2"/>
    <dgm:cxn modelId="{CD69AE68-0A95-C44F-A7D9-1484A17475BE}" type="presOf" srcId="{28C9EE4C-CAC4-3D47-BEAA-2115FF8E693F}" destId="{5A701B83-6950-2146-9658-FC4BC261929C}" srcOrd="0" destOrd="0" presId="urn:microsoft.com/office/officeart/2005/8/layout/lProcess2"/>
    <dgm:cxn modelId="{FFF6604A-6B5E-7049-8850-D4F1B26B07CD}" type="presOf" srcId="{09BD38BC-CF17-FC41-A565-CDC57E3F94A9}" destId="{588AF5E3-45D9-7746-B5C7-913B0EA68683}" srcOrd="0" destOrd="0" presId="urn:microsoft.com/office/officeart/2005/8/layout/lProcess2"/>
    <dgm:cxn modelId="{38626759-4E72-6442-BE47-15DD884AACF6}" type="presOf" srcId="{42859F9E-279B-324A-B7E8-61D756839FCC}" destId="{FC98FD0B-FAEB-3B40-AF71-AD17B8912192}" srcOrd="1" destOrd="0" presId="urn:microsoft.com/office/officeart/2005/8/layout/lProcess2"/>
    <dgm:cxn modelId="{D64D2F80-9CC7-444F-B081-9E599DB94D79}" srcId="{D3802228-14AA-7042-B203-6F18BD5F4775}" destId="{8D49DACF-926F-7B4E-92BB-AF2D0E553D16}" srcOrd="2" destOrd="0" parTransId="{D5FCC991-4703-E64C-85BF-42D396AF7FB8}" sibTransId="{4A521732-285A-2B4A-A47B-5F7BA6894525}"/>
    <dgm:cxn modelId="{9569DD95-F62C-C841-A9FC-9288CECFDDE1}" type="presOf" srcId="{8D49DACF-926F-7B4E-92BB-AF2D0E553D16}" destId="{7F7C0B6D-67FB-6E4F-BD32-0B13CA04E13D}" srcOrd="0" destOrd="0" presId="urn:microsoft.com/office/officeart/2005/8/layout/lProcess2"/>
    <dgm:cxn modelId="{620CB49B-47D9-0646-94BE-4609F51BBD2B}" type="presOf" srcId="{42859F9E-279B-324A-B7E8-61D756839FCC}" destId="{117C0457-4105-7E41-8990-657F71B8C270}" srcOrd="0" destOrd="0" presId="urn:microsoft.com/office/officeart/2005/8/layout/lProcess2"/>
    <dgm:cxn modelId="{033AD2DE-E309-0D4E-8841-4C32E5FE1BC4}" type="presOf" srcId="{8D49DACF-926F-7B4E-92BB-AF2D0E553D16}" destId="{90B60915-D34A-4E40-B433-FB7551C53E25}" srcOrd="1" destOrd="0" presId="urn:microsoft.com/office/officeart/2005/8/layout/lProcess2"/>
    <dgm:cxn modelId="{9E29E2E6-4003-2644-80CF-62009A8E244F}" srcId="{8D49DACF-926F-7B4E-92BB-AF2D0E553D16}" destId="{E3A04FC2-9689-774D-A24B-3B37DCE6F821}" srcOrd="0" destOrd="0" parTransId="{38A849B0-7005-7342-9C0B-EA88602B2BA1}" sibTransId="{0DFC3A38-E0B8-6845-81C0-D7ECA2ABDBD6}"/>
    <dgm:cxn modelId="{CA4D21E7-A8F8-EE4C-A966-87BEB9B2DD2F}" srcId="{09BD38BC-CF17-FC41-A565-CDC57E3F94A9}" destId="{28C9EE4C-CAC4-3D47-BEAA-2115FF8E693F}" srcOrd="0" destOrd="0" parTransId="{42A1047B-3B54-2D46-9435-7938F36986BB}" sibTransId="{A087E3F9-7D90-7542-B7B1-0CCB234F4DE6}"/>
    <dgm:cxn modelId="{2F386AFA-E85A-C149-BBAB-DD0831316BAE}" type="presOf" srcId="{E3A04FC2-9689-774D-A24B-3B37DCE6F821}" destId="{BFF3DA0C-DFE2-AF40-9856-A5CFDBB976C7}" srcOrd="0" destOrd="0" presId="urn:microsoft.com/office/officeart/2005/8/layout/lProcess2"/>
    <dgm:cxn modelId="{AC26E9D4-5163-0846-997C-C39A3F0C6B24}" type="presParOf" srcId="{DED6AE37-7B07-0248-8DC1-8A023D941DB5}" destId="{F5E98FD3-EE84-E54B-85AC-A0741BF6B43B}" srcOrd="0" destOrd="0" presId="urn:microsoft.com/office/officeart/2005/8/layout/lProcess2"/>
    <dgm:cxn modelId="{3D92199E-7753-F545-826C-181A61A75486}" type="presParOf" srcId="{F5E98FD3-EE84-E54B-85AC-A0741BF6B43B}" destId="{117C0457-4105-7E41-8990-657F71B8C270}" srcOrd="0" destOrd="0" presId="urn:microsoft.com/office/officeart/2005/8/layout/lProcess2"/>
    <dgm:cxn modelId="{CCCCCACE-D279-634A-9F3D-D401F131C9C2}" type="presParOf" srcId="{F5E98FD3-EE84-E54B-85AC-A0741BF6B43B}" destId="{FC98FD0B-FAEB-3B40-AF71-AD17B8912192}" srcOrd="1" destOrd="0" presId="urn:microsoft.com/office/officeart/2005/8/layout/lProcess2"/>
    <dgm:cxn modelId="{CBAE414B-4E55-924C-B184-57939169A9E2}" type="presParOf" srcId="{F5E98FD3-EE84-E54B-85AC-A0741BF6B43B}" destId="{FFA409BF-516D-124D-AEDD-56F148093C8E}" srcOrd="2" destOrd="0" presId="urn:microsoft.com/office/officeart/2005/8/layout/lProcess2"/>
    <dgm:cxn modelId="{1BB06B81-6548-B146-A365-364199C8CBA5}" type="presParOf" srcId="{FFA409BF-516D-124D-AEDD-56F148093C8E}" destId="{4D86203D-28DE-F34B-81BD-610D49BE6EA7}" srcOrd="0" destOrd="0" presId="urn:microsoft.com/office/officeart/2005/8/layout/lProcess2"/>
    <dgm:cxn modelId="{78BD1488-D605-6D4B-ADEE-20CB2B39AB22}" type="presParOf" srcId="{4D86203D-28DE-F34B-81BD-610D49BE6EA7}" destId="{4046C4FC-0B95-C640-B6D4-0A647C4122F4}" srcOrd="0" destOrd="0" presId="urn:microsoft.com/office/officeart/2005/8/layout/lProcess2"/>
    <dgm:cxn modelId="{2549C09B-D370-434A-9854-3321AA8E57FD}" type="presParOf" srcId="{DED6AE37-7B07-0248-8DC1-8A023D941DB5}" destId="{E6E898BC-67E2-934E-835B-AE26572F9F79}" srcOrd="1" destOrd="0" presId="urn:microsoft.com/office/officeart/2005/8/layout/lProcess2"/>
    <dgm:cxn modelId="{45C140AC-7D29-2F47-8A26-27ACBEBAF926}" type="presParOf" srcId="{DED6AE37-7B07-0248-8DC1-8A023D941DB5}" destId="{774C717A-F6FD-F54C-9CC1-FE3F8927D283}" srcOrd="2" destOrd="0" presId="urn:microsoft.com/office/officeart/2005/8/layout/lProcess2"/>
    <dgm:cxn modelId="{C46A228E-E6D1-EF4D-B29F-34CB8E51D89F}" type="presParOf" srcId="{774C717A-F6FD-F54C-9CC1-FE3F8927D283}" destId="{588AF5E3-45D9-7746-B5C7-913B0EA68683}" srcOrd="0" destOrd="0" presId="urn:microsoft.com/office/officeart/2005/8/layout/lProcess2"/>
    <dgm:cxn modelId="{224FE8FA-997F-634A-85F1-66D5D60C183D}" type="presParOf" srcId="{774C717A-F6FD-F54C-9CC1-FE3F8927D283}" destId="{8D31DCC8-6358-164B-956F-3F1DDB22B3A8}" srcOrd="1" destOrd="0" presId="urn:microsoft.com/office/officeart/2005/8/layout/lProcess2"/>
    <dgm:cxn modelId="{7DC2A7B6-F2E4-FC44-A0C3-3A2071AD7DFF}" type="presParOf" srcId="{774C717A-F6FD-F54C-9CC1-FE3F8927D283}" destId="{FF5BE1DD-C235-1042-B509-2D7E4BBECD1C}" srcOrd="2" destOrd="0" presId="urn:microsoft.com/office/officeart/2005/8/layout/lProcess2"/>
    <dgm:cxn modelId="{6131D8E0-CD78-E049-9D0A-3D6E4113D49D}" type="presParOf" srcId="{FF5BE1DD-C235-1042-B509-2D7E4BBECD1C}" destId="{85C5A067-8450-D740-B9E6-D0C0514BFE35}" srcOrd="0" destOrd="0" presId="urn:microsoft.com/office/officeart/2005/8/layout/lProcess2"/>
    <dgm:cxn modelId="{6A7E99E0-95B1-5549-AC11-5E6751742E78}" type="presParOf" srcId="{85C5A067-8450-D740-B9E6-D0C0514BFE35}" destId="{5A701B83-6950-2146-9658-FC4BC261929C}" srcOrd="0" destOrd="0" presId="urn:microsoft.com/office/officeart/2005/8/layout/lProcess2"/>
    <dgm:cxn modelId="{828B1F3B-B23E-194F-8656-CCA0153B6E98}" type="presParOf" srcId="{DED6AE37-7B07-0248-8DC1-8A023D941DB5}" destId="{34EED680-02BD-8643-AC10-5CE2486DB586}" srcOrd="3" destOrd="0" presId="urn:microsoft.com/office/officeart/2005/8/layout/lProcess2"/>
    <dgm:cxn modelId="{D56430F3-0C8C-1549-A541-4878BE034750}" type="presParOf" srcId="{DED6AE37-7B07-0248-8DC1-8A023D941DB5}" destId="{22EA4981-D514-A942-95F9-F7AFC4C206A7}" srcOrd="4" destOrd="0" presId="urn:microsoft.com/office/officeart/2005/8/layout/lProcess2"/>
    <dgm:cxn modelId="{BA5C5C75-3F67-5E45-825A-91C02FFB9DD1}" type="presParOf" srcId="{22EA4981-D514-A942-95F9-F7AFC4C206A7}" destId="{7F7C0B6D-67FB-6E4F-BD32-0B13CA04E13D}" srcOrd="0" destOrd="0" presId="urn:microsoft.com/office/officeart/2005/8/layout/lProcess2"/>
    <dgm:cxn modelId="{C75F5EC9-E800-7A42-8879-179C67F831AC}" type="presParOf" srcId="{22EA4981-D514-A942-95F9-F7AFC4C206A7}" destId="{90B60915-D34A-4E40-B433-FB7551C53E25}" srcOrd="1" destOrd="0" presId="urn:microsoft.com/office/officeart/2005/8/layout/lProcess2"/>
    <dgm:cxn modelId="{65A1B35F-E9F2-0B45-BEAA-43A3B6DF07A1}" type="presParOf" srcId="{22EA4981-D514-A942-95F9-F7AFC4C206A7}" destId="{40163FCC-50B6-A145-92F9-A2C35515816E}" srcOrd="2" destOrd="0" presId="urn:microsoft.com/office/officeart/2005/8/layout/lProcess2"/>
    <dgm:cxn modelId="{CC518F10-4623-9245-8FCC-00D0AC7ADDE0}" type="presParOf" srcId="{40163FCC-50B6-A145-92F9-A2C35515816E}" destId="{6823C245-6E38-4044-BEA7-387F79230221}" srcOrd="0" destOrd="0" presId="urn:microsoft.com/office/officeart/2005/8/layout/lProcess2"/>
    <dgm:cxn modelId="{2B6E22F4-D896-BB48-94FE-64CB42D0B38D}" type="presParOf" srcId="{6823C245-6E38-4044-BEA7-387F79230221}" destId="{BFF3DA0C-DFE2-AF40-9856-A5CFDBB976C7}" srcOrd="0"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4440C0-7557-3C44-BAB7-50EA4B646749}">
      <dsp:nvSpPr>
        <dsp:cNvPr id="0" name=""/>
        <dsp:cNvSpPr/>
      </dsp:nvSpPr>
      <dsp:spPr>
        <a:xfrm>
          <a:off x="2900922" y="2191513"/>
          <a:ext cx="893245" cy="893245"/>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GB" sz="1800" kern="1200"/>
            <a:t>Group</a:t>
          </a:r>
        </a:p>
      </dsp:txBody>
      <dsp:txXfrm>
        <a:off x="3031735" y="2322326"/>
        <a:ext cx="631619" cy="631619"/>
      </dsp:txXfrm>
    </dsp:sp>
    <dsp:sp modelId="{6EDB0F23-1D42-8540-AE91-D67F44D7A5B5}">
      <dsp:nvSpPr>
        <dsp:cNvPr id="0" name=""/>
        <dsp:cNvSpPr/>
      </dsp:nvSpPr>
      <dsp:spPr>
        <a:xfrm rot="10800000">
          <a:off x="923002" y="2510848"/>
          <a:ext cx="1869134" cy="254574"/>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E9E5130-14B5-D146-BD6A-A07CA232ADCE}">
      <dsp:nvSpPr>
        <dsp:cNvPr id="0" name=""/>
        <dsp:cNvSpPr/>
      </dsp:nvSpPr>
      <dsp:spPr>
        <a:xfrm>
          <a:off x="610366" y="2388027"/>
          <a:ext cx="625271" cy="50021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marL="0" lvl="0" indent="0" algn="ctr" defTabSz="466725">
            <a:lnSpc>
              <a:spcPct val="90000"/>
            </a:lnSpc>
            <a:spcBef>
              <a:spcPct val="0"/>
            </a:spcBef>
            <a:spcAft>
              <a:spcPct val="35000"/>
            </a:spcAft>
            <a:buNone/>
          </a:pPr>
          <a:r>
            <a:rPr lang="en-GB" sz="1050" kern="1200"/>
            <a:t>Outlook</a:t>
          </a:r>
        </a:p>
      </dsp:txBody>
      <dsp:txXfrm>
        <a:off x="625017" y="2402678"/>
        <a:ext cx="595969" cy="470915"/>
      </dsp:txXfrm>
    </dsp:sp>
    <dsp:sp modelId="{38EC8AB3-0F31-F843-860A-40943B1E06D0}">
      <dsp:nvSpPr>
        <dsp:cNvPr id="0" name=""/>
        <dsp:cNvSpPr/>
      </dsp:nvSpPr>
      <dsp:spPr>
        <a:xfrm rot="12000000">
          <a:off x="1012858" y="2001247"/>
          <a:ext cx="1869134" cy="254574"/>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7B8A2BD-44A0-0A46-BC3E-20A04344DC07}">
      <dsp:nvSpPr>
        <dsp:cNvPr id="0" name=""/>
        <dsp:cNvSpPr/>
      </dsp:nvSpPr>
      <dsp:spPr>
        <a:xfrm>
          <a:off x="756584" y="1558785"/>
          <a:ext cx="625271" cy="50021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marL="0" lvl="0" indent="0" algn="ctr" defTabSz="466725">
            <a:lnSpc>
              <a:spcPct val="90000"/>
            </a:lnSpc>
            <a:spcBef>
              <a:spcPct val="0"/>
            </a:spcBef>
            <a:spcAft>
              <a:spcPct val="35000"/>
            </a:spcAft>
            <a:buNone/>
          </a:pPr>
          <a:r>
            <a:rPr lang="en-GB" sz="1050" kern="1200"/>
            <a:t>Teams</a:t>
          </a:r>
        </a:p>
      </dsp:txBody>
      <dsp:txXfrm>
        <a:off x="771235" y="1573436"/>
        <a:ext cx="595969" cy="470915"/>
      </dsp:txXfrm>
    </dsp:sp>
    <dsp:sp modelId="{7B798C36-CAB2-F144-8624-72E4B549AB7D}">
      <dsp:nvSpPr>
        <dsp:cNvPr id="0" name=""/>
        <dsp:cNvSpPr/>
      </dsp:nvSpPr>
      <dsp:spPr>
        <a:xfrm rot="13200000">
          <a:off x="1271590" y="1553111"/>
          <a:ext cx="1869134" cy="254574"/>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35A4BEA-7295-A745-B6C2-4B25BFEFAB6D}">
      <dsp:nvSpPr>
        <dsp:cNvPr id="0" name=""/>
        <dsp:cNvSpPr/>
      </dsp:nvSpPr>
      <dsp:spPr>
        <a:xfrm>
          <a:off x="1043556" y="869788"/>
          <a:ext cx="893363" cy="41976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marL="0" lvl="0" indent="0" algn="ctr" defTabSz="466725">
            <a:lnSpc>
              <a:spcPct val="90000"/>
            </a:lnSpc>
            <a:spcBef>
              <a:spcPct val="0"/>
            </a:spcBef>
            <a:spcAft>
              <a:spcPct val="35000"/>
            </a:spcAft>
            <a:buNone/>
          </a:pPr>
          <a:r>
            <a:rPr lang="en-GB" sz="1050" kern="1200"/>
            <a:t>SharePoint</a:t>
          </a:r>
        </a:p>
      </dsp:txBody>
      <dsp:txXfrm>
        <a:off x="1055850" y="882082"/>
        <a:ext cx="868775" cy="395174"/>
      </dsp:txXfrm>
    </dsp:sp>
    <dsp:sp modelId="{17EC662E-C228-7F4D-875A-991EB5E42607}">
      <dsp:nvSpPr>
        <dsp:cNvPr id="0" name=""/>
        <dsp:cNvSpPr/>
      </dsp:nvSpPr>
      <dsp:spPr>
        <a:xfrm rot="14400000">
          <a:off x="1667990" y="1220492"/>
          <a:ext cx="1869134" cy="254574"/>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01AEBB7-46A7-214F-B6D0-4D9A28A02408}">
      <dsp:nvSpPr>
        <dsp:cNvPr id="0" name=""/>
        <dsp:cNvSpPr/>
      </dsp:nvSpPr>
      <dsp:spPr>
        <a:xfrm>
          <a:off x="1822638" y="288311"/>
          <a:ext cx="625271" cy="50021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marL="0" lvl="0" indent="0" algn="ctr" defTabSz="466725">
            <a:lnSpc>
              <a:spcPct val="90000"/>
            </a:lnSpc>
            <a:spcBef>
              <a:spcPct val="0"/>
            </a:spcBef>
            <a:spcAft>
              <a:spcPct val="35000"/>
            </a:spcAft>
            <a:buNone/>
          </a:pPr>
          <a:r>
            <a:rPr lang="en-GB" sz="1050" kern="1200"/>
            <a:t>Planner</a:t>
          </a:r>
        </a:p>
      </dsp:txBody>
      <dsp:txXfrm>
        <a:off x="1837289" y="302962"/>
        <a:ext cx="595969" cy="470915"/>
      </dsp:txXfrm>
    </dsp:sp>
    <dsp:sp modelId="{7BAFE66F-3846-B84A-BC96-D8CBFC3264FD}">
      <dsp:nvSpPr>
        <dsp:cNvPr id="0" name=""/>
        <dsp:cNvSpPr/>
      </dsp:nvSpPr>
      <dsp:spPr>
        <a:xfrm rot="15600000">
          <a:off x="2154246" y="1043509"/>
          <a:ext cx="1869134" cy="254574"/>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6E26368E-5457-DF40-9261-DE9104C942F3}">
      <dsp:nvSpPr>
        <dsp:cNvPr id="0" name=""/>
        <dsp:cNvSpPr/>
      </dsp:nvSpPr>
      <dsp:spPr>
        <a:xfrm>
          <a:off x="2613892" y="318"/>
          <a:ext cx="625271" cy="50021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marL="0" lvl="0" indent="0" algn="ctr" defTabSz="466725">
            <a:lnSpc>
              <a:spcPct val="90000"/>
            </a:lnSpc>
            <a:spcBef>
              <a:spcPct val="0"/>
            </a:spcBef>
            <a:spcAft>
              <a:spcPct val="35000"/>
            </a:spcAft>
            <a:buNone/>
          </a:pPr>
          <a:r>
            <a:rPr lang="en-GB" sz="1050" kern="1200"/>
            <a:t>Stream</a:t>
          </a:r>
        </a:p>
      </dsp:txBody>
      <dsp:txXfrm>
        <a:off x="2628543" y="14969"/>
        <a:ext cx="595969" cy="470915"/>
      </dsp:txXfrm>
    </dsp:sp>
    <dsp:sp modelId="{60D8EAAE-662A-A945-B15F-061B9B388073}">
      <dsp:nvSpPr>
        <dsp:cNvPr id="0" name=""/>
        <dsp:cNvSpPr/>
      </dsp:nvSpPr>
      <dsp:spPr>
        <a:xfrm rot="16800000">
          <a:off x="2671709" y="1043509"/>
          <a:ext cx="1869134" cy="254574"/>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011C617-C75A-E640-8FCE-1CBCF793E1EB}">
      <dsp:nvSpPr>
        <dsp:cNvPr id="0" name=""/>
        <dsp:cNvSpPr/>
      </dsp:nvSpPr>
      <dsp:spPr>
        <a:xfrm>
          <a:off x="3455927" y="318"/>
          <a:ext cx="625271" cy="50021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marL="0" lvl="0" indent="0" algn="ctr" defTabSz="466725">
            <a:lnSpc>
              <a:spcPct val="90000"/>
            </a:lnSpc>
            <a:spcBef>
              <a:spcPct val="0"/>
            </a:spcBef>
            <a:spcAft>
              <a:spcPct val="35000"/>
            </a:spcAft>
            <a:buNone/>
          </a:pPr>
          <a:r>
            <a:rPr lang="en-GB" sz="1050" kern="1200"/>
            <a:t>Yammer</a:t>
          </a:r>
        </a:p>
      </dsp:txBody>
      <dsp:txXfrm>
        <a:off x="3470578" y="14969"/>
        <a:ext cx="595969" cy="470915"/>
      </dsp:txXfrm>
    </dsp:sp>
    <dsp:sp modelId="{792B9EE2-8892-2949-9050-EA3047AE4770}">
      <dsp:nvSpPr>
        <dsp:cNvPr id="0" name=""/>
        <dsp:cNvSpPr/>
      </dsp:nvSpPr>
      <dsp:spPr>
        <a:xfrm rot="18000000">
          <a:off x="3157965" y="1220492"/>
          <a:ext cx="1869134" cy="254574"/>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6D83FD12-3662-5E41-B4C7-036E119DCC7D}">
      <dsp:nvSpPr>
        <dsp:cNvPr id="0" name=""/>
        <dsp:cNvSpPr/>
      </dsp:nvSpPr>
      <dsp:spPr>
        <a:xfrm>
          <a:off x="4247181" y="288311"/>
          <a:ext cx="625271" cy="50021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marL="0" lvl="0" indent="0" algn="ctr" defTabSz="466725">
            <a:lnSpc>
              <a:spcPct val="90000"/>
            </a:lnSpc>
            <a:spcBef>
              <a:spcPct val="0"/>
            </a:spcBef>
            <a:spcAft>
              <a:spcPct val="35000"/>
            </a:spcAft>
            <a:buNone/>
          </a:pPr>
          <a:r>
            <a:rPr lang="en-GB" sz="1050" kern="1200"/>
            <a:t>Project</a:t>
          </a:r>
        </a:p>
      </dsp:txBody>
      <dsp:txXfrm>
        <a:off x="4261832" y="302962"/>
        <a:ext cx="595969" cy="470915"/>
      </dsp:txXfrm>
    </dsp:sp>
    <dsp:sp modelId="{E5D46A74-01FE-8E48-93BC-F1E7652E94A0}">
      <dsp:nvSpPr>
        <dsp:cNvPr id="0" name=""/>
        <dsp:cNvSpPr/>
      </dsp:nvSpPr>
      <dsp:spPr>
        <a:xfrm rot="19200000">
          <a:off x="3554365" y="1553111"/>
          <a:ext cx="1869134" cy="254574"/>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46C28ED-8CC1-6842-AE90-BFBE92688559}">
      <dsp:nvSpPr>
        <dsp:cNvPr id="0" name=""/>
        <dsp:cNvSpPr/>
      </dsp:nvSpPr>
      <dsp:spPr>
        <a:xfrm>
          <a:off x="4892217" y="829561"/>
          <a:ext cx="625271" cy="50021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marL="0" lvl="0" indent="0" algn="ctr" defTabSz="466725">
            <a:lnSpc>
              <a:spcPct val="90000"/>
            </a:lnSpc>
            <a:spcBef>
              <a:spcPct val="0"/>
            </a:spcBef>
            <a:spcAft>
              <a:spcPct val="35000"/>
            </a:spcAft>
            <a:buNone/>
          </a:pPr>
          <a:r>
            <a:rPr lang="en-GB" sz="1050" kern="1200"/>
            <a:t>Calendar</a:t>
          </a:r>
        </a:p>
      </dsp:txBody>
      <dsp:txXfrm>
        <a:off x="4906868" y="844212"/>
        <a:ext cx="595969" cy="470915"/>
      </dsp:txXfrm>
    </dsp:sp>
    <dsp:sp modelId="{8E590A10-DDC6-3845-83FA-8B0BBFB9954E}">
      <dsp:nvSpPr>
        <dsp:cNvPr id="0" name=""/>
        <dsp:cNvSpPr/>
      </dsp:nvSpPr>
      <dsp:spPr>
        <a:xfrm rot="20400000">
          <a:off x="3813097" y="2001247"/>
          <a:ext cx="1869134" cy="254574"/>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5417709-C394-B74C-84FD-C8A692427ABA}">
      <dsp:nvSpPr>
        <dsp:cNvPr id="0" name=""/>
        <dsp:cNvSpPr/>
      </dsp:nvSpPr>
      <dsp:spPr>
        <a:xfrm>
          <a:off x="5313234" y="1558785"/>
          <a:ext cx="625271" cy="50021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marL="0" lvl="0" indent="0" algn="ctr" defTabSz="466725">
            <a:lnSpc>
              <a:spcPct val="90000"/>
            </a:lnSpc>
            <a:spcBef>
              <a:spcPct val="0"/>
            </a:spcBef>
            <a:spcAft>
              <a:spcPct val="35000"/>
            </a:spcAft>
            <a:buNone/>
          </a:pPr>
          <a:r>
            <a:rPr lang="en-GB" sz="1050" kern="1200"/>
            <a:t>OneNote</a:t>
          </a:r>
        </a:p>
      </dsp:txBody>
      <dsp:txXfrm>
        <a:off x="5327885" y="1573436"/>
        <a:ext cx="595969" cy="470915"/>
      </dsp:txXfrm>
    </dsp:sp>
    <dsp:sp modelId="{325BE13D-C7F4-4476-8455-B47B73BBC395}">
      <dsp:nvSpPr>
        <dsp:cNvPr id="0" name=""/>
        <dsp:cNvSpPr/>
      </dsp:nvSpPr>
      <dsp:spPr>
        <a:xfrm>
          <a:off x="3902953" y="2510848"/>
          <a:ext cx="1869134" cy="254574"/>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F47106E-E5F0-4105-82D5-9BC3E38C337C}">
      <dsp:nvSpPr>
        <dsp:cNvPr id="0" name=""/>
        <dsp:cNvSpPr/>
      </dsp:nvSpPr>
      <dsp:spPr>
        <a:xfrm>
          <a:off x="5459452" y="2388027"/>
          <a:ext cx="625271" cy="50021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marL="0" lvl="0" indent="0" algn="ctr" defTabSz="466725">
            <a:lnSpc>
              <a:spcPct val="90000"/>
            </a:lnSpc>
            <a:spcBef>
              <a:spcPct val="0"/>
            </a:spcBef>
            <a:spcAft>
              <a:spcPct val="35000"/>
            </a:spcAft>
            <a:buNone/>
          </a:pPr>
          <a:r>
            <a:rPr lang="en-GB" sz="1050" kern="1200"/>
            <a:t>Power BI</a:t>
          </a:r>
        </a:p>
      </dsp:txBody>
      <dsp:txXfrm>
        <a:off x="5474103" y="2402678"/>
        <a:ext cx="595969" cy="47091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7C0457-4105-7E41-8990-657F71B8C270}">
      <dsp:nvSpPr>
        <dsp:cNvPr id="0" name=""/>
        <dsp:cNvSpPr/>
      </dsp:nvSpPr>
      <dsp:spPr>
        <a:xfrm>
          <a:off x="1123" y="0"/>
          <a:ext cx="2921823" cy="52084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GB" sz="2800" kern="1200"/>
            <a:t>Microsoft 365 Groups</a:t>
          </a:r>
        </a:p>
      </dsp:txBody>
      <dsp:txXfrm>
        <a:off x="1123" y="0"/>
        <a:ext cx="2921823" cy="1562530"/>
      </dsp:txXfrm>
    </dsp:sp>
    <dsp:sp modelId="{4046C4FC-0B95-C640-B6D4-0A647C4122F4}">
      <dsp:nvSpPr>
        <dsp:cNvPr id="0" name=""/>
        <dsp:cNvSpPr/>
      </dsp:nvSpPr>
      <dsp:spPr>
        <a:xfrm>
          <a:off x="293306" y="1562530"/>
          <a:ext cx="2337459" cy="3385482"/>
        </a:xfrm>
        <a:prstGeom prst="roundRect">
          <a:avLst>
            <a:gd name="adj" fmla="val 10000"/>
          </a:avLst>
        </a:prstGeom>
        <a:solidFill>
          <a:schemeClr val="accent2"/>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53340" rIns="71120" bIns="53340" numCol="1" spcCol="1270" anchor="ctr" anchorCtr="0">
          <a:noAutofit/>
        </a:bodyPr>
        <a:lstStyle/>
        <a:p>
          <a:pPr marL="0" lvl="0" indent="0" algn="ctr" defTabSz="1244600">
            <a:lnSpc>
              <a:spcPct val="90000"/>
            </a:lnSpc>
            <a:spcBef>
              <a:spcPct val="0"/>
            </a:spcBef>
            <a:spcAft>
              <a:spcPct val="35000"/>
            </a:spcAft>
            <a:buNone/>
          </a:pPr>
          <a:r>
            <a:rPr lang="en-GB" sz="2800" kern="1200">
              <a:solidFill>
                <a:schemeClr val="bg1"/>
              </a:solidFill>
            </a:rPr>
            <a:t>Collaborate in shared workspaces</a:t>
          </a:r>
        </a:p>
      </dsp:txBody>
      <dsp:txXfrm>
        <a:off x="361768" y="1630992"/>
        <a:ext cx="2200535" cy="3248558"/>
      </dsp:txXfrm>
    </dsp:sp>
    <dsp:sp modelId="{588AF5E3-45D9-7746-B5C7-913B0EA68683}">
      <dsp:nvSpPr>
        <dsp:cNvPr id="0" name=""/>
        <dsp:cNvSpPr/>
      </dsp:nvSpPr>
      <dsp:spPr>
        <a:xfrm>
          <a:off x="3142084" y="0"/>
          <a:ext cx="2921823" cy="52084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GB" sz="2800" kern="1200"/>
            <a:t>Security Groups</a:t>
          </a:r>
        </a:p>
      </dsp:txBody>
      <dsp:txXfrm>
        <a:off x="3142084" y="0"/>
        <a:ext cx="2921823" cy="1562530"/>
      </dsp:txXfrm>
    </dsp:sp>
    <dsp:sp modelId="{5A701B83-6950-2146-9658-FC4BC261929C}">
      <dsp:nvSpPr>
        <dsp:cNvPr id="0" name=""/>
        <dsp:cNvSpPr/>
      </dsp:nvSpPr>
      <dsp:spPr>
        <a:xfrm>
          <a:off x="3434266" y="1562530"/>
          <a:ext cx="2337459" cy="3385482"/>
        </a:xfrm>
        <a:prstGeom prst="roundRect">
          <a:avLst>
            <a:gd name="adj" fmla="val 1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53340" rIns="71120" bIns="53340" numCol="1" spcCol="1270" anchor="ctr" anchorCtr="0">
          <a:noAutofit/>
        </a:bodyPr>
        <a:lstStyle/>
        <a:p>
          <a:pPr marL="0" lvl="0" indent="0" algn="ctr" defTabSz="1244600">
            <a:lnSpc>
              <a:spcPct val="90000"/>
            </a:lnSpc>
            <a:spcBef>
              <a:spcPct val="0"/>
            </a:spcBef>
            <a:spcAft>
              <a:spcPct val="35000"/>
            </a:spcAft>
            <a:buNone/>
          </a:pPr>
          <a:r>
            <a:rPr lang="en-GB" sz="2800" kern="1200"/>
            <a:t>Grant access to resources and devices</a:t>
          </a:r>
        </a:p>
      </dsp:txBody>
      <dsp:txXfrm>
        <a:off x="3502728" y="1630992"/>
        <a:ext cx="2200535" cy="3248558"/>
      </dsp:txXfrm>
    </dsp:sp>
    <dsp:sp modelId="{7F7C0B6D-67FB-6E4F-BD32-0B13CA04E13D}">
      <dsp:nvSpPr>
        <dsp:cNvPr id="0" name=""/>
        <dsp:cNvSpPr/>
      </dsp:nvSpPr>
      <dsp:spPr>
        <a:xfrm>
          <a:off x="6283045" y="0"/>
          <a:ext cx="2921823" cy="52084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GB" sz="2800" kern="1200"/>
            <a:t>Distribution Groups</a:t>
          </a:r>
        </a:p>
      </dsp:txBody>
      <dsp:txXfrm>
        <a:off x="6283045" y="0"/>
        <a:ext cx="2921823" cy="1562530"/>
      </dsp:txXfrm>
    </dsp:sp>
    <dsp:sp modelId="{BFF3DA0C-DFE2-AF40-9856-A5CFDBB976C7}">
      <dsp:nvSpPr>
        <dsp:cNvPr id="0" name=""/>
        <dsp:cNvSpPr/>
      </dsp:nvSpPr>
      <dsp:spPr>
        <a:xfrm>
          <a:off x="6575227" y="1562530"/>
          <a:ext cx="2337459" cy="3385482"/>
        </a:xfrm>
        <a:prstGeom prst="roundRect">
          <a:avLst>
            <a:gd name="adj" fmla="val 10000"/>
          </a:avLst>
        </a:prstGeom>
        <a:solidFill>
          <a:schemeClr val="lt1">
            <a:hueOff val="0"/>
            <a:satOff val="0"/>
            <a:lumOff val="0"/>
            <a:alphaOff val="0"/>
          </a:schemeClr>
        </a:solid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53340" rIns="71120" bIns="53340" numCol="1" spcCol="1270" anchor="ctr" anchorCtr="0">
          <a:noAutofit/>
        </a:bodyPr>
        <a:lstStyle/>
        <a:p>
          <a:pPr marL="0" lvl="0" indent="0" algn="ctr" defTabSz="1244600">
            <a:lnSpc>
              <a:spcPct val="90000"/>
            </a:lnSpc>
            <a:spcBef>
              <a:spcPct val="0"/>
            </a:spcBef>
            <a:spcAft>
              <a:spcPct val="35000"/>
            </a:spcAft>
            <a:buNone/>
          </a:pPr>
          <a:r>
            <a:rPr lang="en-GB" sz="2800" kern="1200"/>
            <a:t>Send emails to groups of people</a:t>
          </a:r>
        </a:p>
      </dsp:txBody>
      <dsp:txXfrm>
        <a:off x="6643689" y="1630992"/>
        <a:ext cx="2200535" cy="3248558"/>
      </dsp:txXfrm>
    </dsp:sp>
  </dsp:spTree>
</dsp:drawing>
</file>

<file path=ppt/diagrams/layout1.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nagłówka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l-PL"/>
          </a:p>
        </p:txBody>
      </p:sp>
      <p:sp>
        <p:nvSpPr>
          <p:cNvPr id="3" name="Symbol zastępczy daty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F2BEC0-330C-4C17-8C5B-D32F35713EAC}" type="datetimeFigureOut">
              <a:rPr lang="pl-PL" smtClean="0"/>
              <a:t>11.06.2025</a:t>
            </a:fld>
            <a:endParaRPr lang="pl-PL"/>
          </a:p>
        </p:txBody>
      </p:sp>
      <p:sp>
        <p:nvSpPr>
          <p:cNvPr id="4" name="Symbol zastępczy obrazu slajd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l-PL"/>
          </a:p>
        </p:txBody>
      </p:sp>
      <p:sp>
        <p:nvSpPr>
          <p:cNvPr id="5" name="Symbol zastępczy notatek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6" name="Symbol zastępczy stopki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l-PL"/>
          </a:p>
        </p:txBody>
      </p:sp>
      <p:sp>
        <p:nvSpPr>
          <p:cNvPr id="7" name="Symbol zastępczy numeru slajd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9B9048-BC26-484E-B3CF-0C44B185BE0A}" type="slidenum">
              <a:rPr lang="pl-PL" smtClean="0"/>
              <a:t>‹#›</a:t>
            </a:fld>
            <a:endParaRPr lang="pl-PL"/>
          </a:p>
        </p:txBody>
      </p:sp>
    </p:spTree>
    <p:extLst>
      <p:ext uri="{BB962C8B-B14F-4D97-AF65-F5344CB8AC3E}">
        <p14:creationId xmlns:p14="http://schemas.microsoft.com/office/powerpoint/2010/main" val="1273016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15C122F8-E90B-F549-AC1D-D18A00241AD3}"/>
              </a:ext>
            </a:extLst>
          </p:cNvPr>
          <p:cNvSpPr>
            <a:spLocks noGrp="1"/>
          </p:cNvSpPr>
          <p:nvPr>
            <p:ph type="body" idx="1"/>
          </p:nvPr>
        </p:nvSpPr>
        <p:spPr/>
        <p:txBody>
          <a:bodyPr/>
          <a:lstStyle/>
          <a:p>
            <a:r>
              <a:rPr lang="en-US"/>
              <a:t>Microsoft 365 Groups is more of a platform element that is integrated into the various productivity apps. For example every MS Teams team or SharePoint site is powered by a Microsoft 365 Group. Also, every Microsoft 365 Group comes with a number of resources(either automatically or optionally), so your users can get started quickly and reuse their existing groups across the suite. There are some exceptions to this rule through - by default we enable only one communication medium for each group and that is default to the one in which it is created.</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There are different types of groups available in Microsoft 365. This slide differentiates Microsoft 365 Groups from other kinds of groups. Security groups are managed by admins to provide the right access to resources and devices. Distribution groups act as email lists for sending out communication. Microsoft 365 Groups a new platform used in shared workspace scenarios with a focus on collaboration and productivity.</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6/11/2025 1:51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32</a:t>
            </a:fld>
            <a:endParaRPr lang="en-US"/>
          </a:p>
        </p:txBody>
      </p:sp>
    </p:spTree>
    <p:extLst>
      <p:ext uri="{BB962C8B-B14F-4D97-AF65-F5344CB8AC3E}">
        <p14:creationId xmlns:p14="http://schemas.microsoft.com/office/powerpoint/2010/main" val="31572763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O nas">
    <p:spTree>
      <p:nvGrpSpPr>
        <p:cNvPr id="1" name=""/>
        <p:cNvGrpSpPr/>
        <p:nvPr/>
      </p:nvGrpSpPr>
      <p:grpSpPr>
        <a:xfrm>
          <a:off x="0" y="0"/>
          <a:ext cx="0" cy="0"/>
          <a:chOff x="0" y="0"/>
          <a:chExt cx="0" cy="0"/>
        </a:xfrm>
      </p:grpSpPr>
      <p:sp>
        <p:nvSpPr>
          <p:cNvPr id="13" name="Tytuł 12">
            <a:extLst>
              <a:ext uri="{FF2B5EF4-FFF2-40B4-BE49-F238E27FC236}">
                <a16:creationId xmlns:a16="http://schemas.microsoft.com/office/drawing/2014/main" id="{0AC78A31-6E74-4CCA-8DCB-3CEC87C32F46}"/>
              </a:ext>
            </a:extLst>
          </p:cNvPr>
          <p:cNvSpPr>
            <a:spLocks noGrp="1"/>
          </p:cNvSpPr>
          <p:nvPr>
            <p:ph type="title" hasCustomPrompt="1"/>
          </p:nvPr>
        </p:nvSpPr>
        <p:spPr>
          <a:xfrm>
            <a:off x="838200" y="365125"/>
            <a:ext cx="10515600" cy="1325563"/>
          </a:xfrm>
          <a:prstGeom prst="rect">
            <a:avLst/>
          </a:prstGeom>
        </p:spPr>
        <p:txBody>
          <a:bodyPr/>
          <a:lstStyle>
            <a:lvl1pPr algn="r">
              <a:defRPr>
                <a:solidFill>
                  <a:schemeClr val="bg1"/>
                </a:solidFill>
              </a:defRPr>
            </a:lvl1pPr>
          </a:lstStyle>
          <a:p>
            <a:r>
              <a:rPr lang="pl-PL"/>
              <a:t>O nas</a:t>
            </a:r>
          </a:p>
        </p:txBody>
      </p:sp>
      <p:sp>
        <p:nvSpPr>
          <p:cNvPr id="27" name="Prostokąt 26">
            <a:extLst>
              <a:ext uri="{FF2B5EF4-FFF2-40B4-BE49-F238E27FC236}">
                <a16:creationId xmlns:a16="http://schemas.microsoft.com/office/drawing/2014/main" id="{C2714BE4-C64A-47BA-80B1-30B53CD9DC6D}"/>
              </a:ext>
            </a:extLst>
          </p:cNvPr>
          <p:cNvSpPr/>
          <p:nvPr userDrawn="1"/>
        </p:nvSpPr>
        <p:spPr>
          <a:xfrm>
            <a:off x="-1" y="1508289"/>
            <a:ext cx="12192000" cy="4596947"/>
          </a:xfrm>
          <a:prstGeom prst="rect">
            <a:avLst/>
          </a:prstGeom>
          <a:solidFill>
            <a:schemeClr val="bg1"/>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pic>
        <p:nvPicPr>
          <p:cNvPr id="3" name="Obraz 2" descr="Obraz zawierający zewnętrzne, drzewo, trawa, roślina&#10;&#10;Opis wygenerowany automatycznie">
            <a:extLst>
              <a:ext uri="{FF2B5EF4-FFF2-40B4-BE49-F238E27FC236}">
                <a16:creationId xmlns:a16="http://schemas.microsoft.com/office/drawing/2014/main" id="{2A203286-042E-4FD1-85C6-87FD7A4DE9D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93963" y="1681452"/>
            <a:ext cx="6428509" cy="4258886"/>
          </a:xfrm>
          <a:prstGeom prst="rect">
            <a:avLst/>
          </a:prstGeom>
        </p:spPr>
      </p:pic>
    </p:spTree>
    <p:extLst>
      <p:ext uri="{BB962C8B-B14F-4D97-AF65-F5344CB8AC3E}">
        <p14:creationId xmlns:p14="http://schemas.microsoft.com/office/powerpoint/2010/main" val="27683589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 nas 2">
    <p:spTree>
      <p:nvGrpSpPr>
        <p:cNvPr id="1" name=""/>
        <p:cNvGrpSpPr/>
        <p:nvPr/>
      </p:nvGrpSpPr>
      <p:grpSpPr>
        <a:xfrm>
          <a:off x="0" y="0"/>
          <a:ext cx="0" cy="0"/>
          <a:chOff x="0" y="0"/>
          <a:chExt cx="0" cy="0"/>
        </a:xfrm>
      </p:grpSpPr>
      <p:sp>
        <p:nvSpPr>
          <p:cNvPr id="5" name="Prostokąt 4">
            <a:extLst>
              <a:ext uri="{FF2B5EF4-FFF2-40B4-BE49-F238E27FC236}">
                <a16:creationId xmlns:a16="http://schemas.microsoft.com/office/drawing/2014/main" id="{2F7274CA-8776-4121-8C29-1AE0D556886A}"/>
              </a:ext>
            </a:extLst>
          </p:cNvPr>
          <p:cNvSpPr/>
          <p:nvPr userDrawn="1"/>
        </p:nvSpPr>
        <p:spPr>
          <a:xfrm>
            <a:off x="-2" y="1265382"/>
            <a:ext cx="12192000" cy="3713018"/>
          </a:xfrm>
          <a:prstGeom prst="rect">
            <a:avLst/>
          </a:prstGeom>
          <a:solidFill>
            <a:schemeClr val="bg1"/>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solidFill>
                <a:schemeClr val="tx1"/>
              </a:solidFill>
            </a:endParaRPr>
          </a:p>
        </p:txBody>
      </p:sp>
      <p:pic>
        <p:nvPicPr>
          <p:cNvPr id="6" name="Obraz 5" descr="Obraz zawierający tekst&#10;&#10;Opis wygenerowany automatycznie">
            <a:extLst>
              <a:ext uri="{FF2B5EF4-FFF2-40B4-BE49-F238E27FC236}">
                <a16:creationId xmlns:a16="http://schemas.microsoft.com/office/drawing/2014/main" id="{8732D7DC-7CA7-4743-A9D9-C589D870D32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3008" y="1754798"/>
            <a:ext cx="10805981" cy="2777256"/>
          </a:xfrm>
          <a:prstGeom prst="rect">
            <a:avLst/>
          </a:prstGeom>
        </p:spPr>
      </p:pic>
      <p:sp>
        <p:nvSpPr>
          <p:cNvPr id="7" name="Prostokąt 6">
            <a:extLst>
              <a:ext uri="{FF2B5EF4-FFF2-40B4-BE49-F238E27FC236}">
                <a16:creationId xmlns:a16="http://schemas.microsoft.com/office/drawing/2014/main" id="{8022A475-0138-42CA-B379-A1047A8BD90C}"/>
              </a:ext>
            </a:extLst>
          </p:cNvPr>
          <p:cNvSpPr/>
          <p:nvPr userDrawn="1"/>
        </p:nvSpPr>
        <p:spPr>
          <a:xfrm>
            <a:off x="-1" y="5096933"/>
            <a:ext cx="12192000" cy="1650698"/>
          </a:xfrm>
          <a:prstGeom prst="rect">
            <a:avLst/>
          </a:prstGeom>
          <a:solidFill>
            <a:schemeClr val="bg1"/>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8" name="pole tekstowe 7">
            <a:extLst>
              <a:ext uri="{FF2B5EF4-FFF2-40B4-BE49-F238E27FC236}">
                <a16:creationId xmlns:a16="http://schemas.microsoft.com/office/drawing/2014/main" id="{C05DBC5B-8157-4786-A3FE-125050CBC4B9}"/>
              </a:ext>
            </a:extLst>
          </p:cNvPr>
          <p:cNvSpPr txBox="1"/>
          <p:nvPr userDrawn="1"/>
        </p:nvSpPr>
        <p:spPr>
          <a:xfrm>
            <a:off x="6182150" y="5552950"/>
            <a:ext cx="2471175"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l-PL" sz="1400" b="1" i="0">
                <a:solidFill>
                  <a:srgbClr val="003783"/>
                </a:solidFill>
                <a:effectLst/>
                <a:latin typeface="+mn-lt"/>
              </a:rPr>
              <a:t>Oddział Łotwa</a:t>
            </a:r>
          </a:p>
          <a:p>
            <a:pPr algn="ctr"/>
            <a:r>
              <a:rPr lang="pl-PL" sz="1400" b="0" i="0">
                <a:solidFill>
                  <a:schemeClr val="tx1"/>
                </a:solidFill>
                <a:effectLst/>
                <a:latin typeface="+mn-lt"/>
              </a:rPr>
              <a:t>Krišjãna Barona</a:t>
            </a:r>
            <a:br>
              <a:rPr lang="pl-PL" sz="1400" b="0" i="0">
                <a:solidFill>
                  <a:schemeClr val="tx1"/>
                </a:solidFill>
                <a:effectLst/>
                <a:latin typeface="+mn-lt"/>
              </a:rPr>
            </a:br>
            <a:r>
              <a:rPr lang="pl-PL" sz="1400" b="0" i="0">
                <a:solidFill>
                  <a:schemeClr val="tx1"/>
                </a:solidFill>
                <a:effectLst/>
                <a:latin typeface="+mn-lt"/>
              </a:rPr>
              <a:t>36-33 Ryga, Łotwa</a:t>
            </a:r>
            <a:endParaRPr lang="pl-PL" sz="1400" b="0" i="0">
              <a:solidFill>
                <a:srgbClr val="003783"/>
              </a:solidFill>
              <a:effectLst/>
              <a:latin typeface="+mn-lt"/>
            </a:endParaRPr>
          </a:p>
        </p:txBody>
      </p:sp>
      <p:sp>
        <p:nvSpPr>
          <p:cNvPr id="9" name="pole tekstowe 8">
            <a:extLst>
              <a:ext uri="{FF2B5EF4-FFF2-40B4-BE49-F238E27FC236}">
                <a16:creationId xmlns:a16="http://schemas.microsoft.com/office/drawing/2014/main" id="{D1C1B787-274A-419C-AE8D-565CD80ABF5F}"/>
              </a:ext>
            </a:extLst>
          </p:cNvPr>
          <p:cNvSpPr txBox="1"/>
          <p:nvPr userDrawn="1"/>
        </p:nvSpPr>
        <p:spPr>
          <a:xfrm>
            <a:off x="7890828" y="5552950"/>
            <a:ext cx="2471175"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l-PL" sz="1400" b="1" i="0">
                <a:solidFill>
                  <a:srgbClr val="003783"/>
                </a:solidFill>
                <a:effectLst/>
                <a:latin typeface="+mn-lt"/>
              </a:rPr>
              <a:t>Oddział Estonia</a:t>
            </a:r>
          </a:p>
          <a:p>
            <a:pPr algn="ctr"/>
            <a:r>
              <a:rPr lang="pl-PL" sz="1400" b="0" i="0">
                <a:solidFill>
                  <a:schemeClr val="tx1"/>
                </a:solidFill>
                <a:effectLst/>
                <a:latin typeface="+mn-lt"/>
              </a:rPr>
              <a:t>Pärnu 130</a:t>
            </a:r>
            <a:br>
              <a:rPr lang="pl-PL" sz="1400" b="0" i="0">
                <a:solidFill>
                  <a:schemeClr val="tx1"/>
                </a:solidFill>
                <a:effectLst/>
                <a:latin typeface="+mn-lt"/>
              </a:rPr>
            </a:br>
            <a:r>
              <a:rPr lang="pl-PL" sz="1400" b="0" i="0">
                <a:solidFill>
                  <a:schemeClr val="tx1"/>
                </a:solidFill>
                <a:effectLst/>
                <a:latin typeface="+mn-lt"/>
              </a:rPr>
              <a:t>Talin, Estonia</a:t>
            </a:r>
            <a:endParaRPr lang="pl-PL" sz="1400" b="0" i="0">
              <a:solidFill>
                <a:srgbClr val="003783"/>
              </a:solidFill>
              <a:effectLst/>
              <a:latin typeface="+mn-lt"/>
            </a:endParaRPr>
          </a:p>
        </p:txBody>
      </p:sp>
      <p:sp>
        <p:nvSpPr>
          <p:cNvPr id="10" name="pole tekstowe 9">
            <a:extLst>
              <a:ext uri="{FF2B5EF4-FFF2-40B4-BE49-F238E27FC236}">
                <a16:creationId xmlns:a16="http://schemas.microsoft.com/office/drawing/2014/main" id="{29056608-569D-4983-ABDA-A303C9F66FB9}"/>
              </a:ext>
            </a:extLst>
          </p:cNvPr>
          <p:cNvSpPr txBox="1"/>
          <p:nvPr userDrawn="1"/>
        </p:nvSpPr>
        <p:spPr>
          <a:xfrm>
            <a:off x="2543766" y="5552950"/>
            <a:ext cx="2471175"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l-PL" sz="1400" b="1" i="0">
                <a:solidFill>
                  <a:srgbClr val="003783"/>
                </a:solidFill>
                <a:effectLst/>
                <a:latin typeface="+mn-lt"/>
              </a:rPr>
              <a:t>Oddział Ukraina</a:t>
            </a:r>
            <a:br>
              <a:rPr lang="pl-PL" sz="1400" b="0" i="0">
                <a:solidFill>
                  <a:schemeClr val="tx1"/>
                </a:solidFill>
                <a:effectLst/>
                <a:latin typeface="+mn-lt"/>
              </a:rPr>
            </a:br>
            <a:r>
              <a:rPr lang="ru-RU" sz="1400" b="0" i="0">
                <a:solidFill>
                  <a:schemeClr val="tx1"/>
                </a:solidFill>
                <a:effectLst/>
                <a:latin typeface="+mn-lt"/>
              </a:rPr>
              <a:t>вул. Степанівни О., 45/2 79018, Львів, Україна</a:t>
            </a:r>
            <a:endParaRPr lang="pl-PL" sz="1400">
              <a:latin typeface="+mn-lt"/>
            </a:endParaRPr>
          </a:p>
        </p:txBody>
      </p:sp>
      <p:sp>
        <p:nvSpPr>
          <p:cNvPr id="11" name="pole tekstowe 10">
            <a:extLst>
              <a:ext uri="{FF2B5EF4-FFF2-40B4-BE49-F238E27FC236}">
                <a16:creationId xmlns:a16="http://schemas.microsoft.com/office/drawing/2014/main" id="{24D71046-F646-4E6F-A2C5-25B484BEAC2A}"/>
              </a:ext>
            </a:extLst>
          </p:cNvPr>
          <p:cNvSpPr txBox="1"/>
          <p:nvPr userDrawn="1"/>
        </p:nvSpPr>
        <p:spPr>
          <a:xfrm>
            <a:off x="4417416" y="5561781"/>
            <a:ext cx="2471175"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l-PL" sz="1400" b="1" i="0">
                <a:solidFill>
                  <a:srgbClr val="003783"/>
                </a:solidFill>
                <a:effectLst/>
                <a:latin typeface="+mn-lt"/>
              </a:rPr>
              <a:t>Oddział Litwa</a:t>
            </a:r>
            <a:br>
              <a:rPr lang="pl-PL" sz="1400" b="0" i="0">
                <a:solidFill>
                  <a:schemeClr val="tx1"/>
                </a:solidFill>
                <a:effectLst/>
                <a:latin typeface="Nunito Sans" pitchFamily="2" charset="-18"/>
              </a:rPr>
            </a:br>
            <a:r>
              <a:rPr lang="pl-PL" sz="1400" b="0" i="0">
                <a:solidFill>
                  <a:schemeClr val="tx1"/>
                </a:solidFill>
                <a:effectLst/>
                <a:latin typeface="Nunito Sans" pitchFamily="2" charset="-18"/>
              </a:rPr>
              <a:t>Lvovo 105 A</a:t>
            </a:r>
            <a:br>
              <a:rPr lang="pl-PL" sz="1400">
                <a:solidFill>
                  <a:schemeClr val="tx1"/>
                </a:solidFill>
              </a:rPr>
            </a:br>
            <a:r>
              <a:rPr lang="pl-PL" sz="1400" b="0" i="0">
                <a:solidFill>
                  <a:schemeClr val="tx1"/>
                </a:solidFill>
                <a:effectLst/>
                <a:latin typeface="Nunito Sans" pitchFamily="2" charset="-18"/>
              </a:rPr>
              <a:t>Wilno, Litwa</a:t>
            </a:r>
            <a:endParaRPr lang="pl-PL" sz="1400" b="0" i="0">
              <a:solidFill>
                <a:srgbClr val="003783"/>
              </a:solidFill>
              <a:effectLst/>
              <a:latin typeface="+mn-lt"/>
            </a:endParaRPr>
          </a:p>
        </p:txBody>
      </p:sp>
      <p:pic>
        <p:nvPicPr>
          <p:cNvPr id="12" name="Obraz 11" descr="Obraz zawierający zewnętrzne, drzewo, trawa, roślina&#10;&#10;Opis wygenerowany automatycznie">
            <a:extLst>
              <a:ext uri="{FF2B5EF4-FFF2-40B4-BE49-F238E27FC236}">
                <a16:creationId xmlns:a16="http://schemas.microsoft.com/office/drawing/2014/main" id="{AA6680C2-0AEA-4A39-A36B-2559B4D111B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29100" y="5088664"/>
            <a:ext cx="2522032" cy="1670846"/>
          </a:xfrm>
          <a:prstGeom prst="rect">
            <a:avLst/>
          </a:prstGeom>
        </p:spPr>
      </p:pic>
      <p:sp>
        <p:nvSpPr>
          <p:cNvPr id="14" name="pole tekstowe 13">
            <a:extLst>
              <a:ext uri="{FF2B5EF4-FFF2-40B4-BE49-F238E27FC236}">
                <a16:creationId xmlns:a16="http://schemas.microsoft.com/office/drawing/2014/main" id="{6272BC13-301C-4D39-9366-8FEF0E6C03B2}"/>
              </a:ext>
            </a:extLst>
          </p:cNvPr>
          <p:cNvSpPr txBox="1"/>
          <p:nvPr userDrawn="1"/>
        </p:nvSpPr>
        <p:spPr>
          <a:xfrm>
            <a:off x="9807732" y="5552950"/>
            <a:ext cx="2471175"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pl-PL" sz="1400" b="1" i="0">
                <a:solidFill>
                  <a:srgbClr val="003783"/>
                </a:solidFill>
                <a:effectLst/>
                <a:latin typeface="+mn-lt"/>
              </a:rPr>
              <a:t>Oddział Warszawa</a:t>
            </a:r>
          </a:p>
          <a:p>
            <a:pPr algn="ctr"/>
            <a:r>
              <a:rPr lang="pl-PL" sz="1400" b="0" i="0">
                <a:solidFill>
                  <a:srgbClr val="222222"/>
                </a:solidFill>
                <a:effectLst/>
                <a:latin typeface="Open Sans" panose="020B0606030504020204" pitchFamily="34" charset="0"/>
              </a:rPr>
              <a:t>ul. Domaniewska 44a</a:t>
            </a:r>
            <a:br>
              <a:rPr lang="pl-PL" sz="1400" b="0" i="0">
                <a:solidFill>
                  <a:schemeClr val="tx1"/>
                </a:solidFill>
                <a:effectLst/>
                <a:latin typeface="+mn-lt"/>
              </a:rPr>
            </a:br>
            <a:r>
              <a:rPr lang="pl-PL" sz="1400" b="0" i="0">
                <a:solidFill>
                  <a:schemeClr val="tx1"/>
                </a:solidFill>
                <a:effectLst/>
                <a:latin typeface="+mn-lt"/>
              </a:rPr>
              <a:t>Warszawa, Polska</a:t>
            </a:r>
            <a:endParaRPr lang="pl-PL" sz="1400" b="0" i="0">
              <a:solidFill>
                <a:srgbClr val="003783"/>
              </a:solidFill>
              <a:effectLst/>
              <a:latin typeface="+mn-lt"/>
            </a:endParaRPr>
          </a:p>
        </p:txBody>
      </p:sp>
      <p:sp>
        <p:nvSpPr>
          <p:cNvPr id="15" name="Tytuł 12">
            <a:extLst>
              <a:ext uri="{FF2B5EF4-FFF2-40B4-BE49-F238E27FC236}">
                <a16:creationId xmlns:a16="http://schemas.microsoft.com/office/drawing/2014/main" id="{31F78E2A-DA2D-4E4F-9CE7-5773625A7235}"/>
              </a:ext>
            </a:extLst>
          </p:cNvPr>
          <p:cNvSpPr>
            <a:spLocks noGrp="1"/>
          </p:cNvSpPr>
          <p:nvPr>
            <p:ph type="title" hasCustomPrompt="1"/>
          </p:nvPr>
        </p:nvSpPr>
        <p:spPr>
          <a:xfrm>
            <a:off x="838200" y="365126"/>
            <a:ext cx="10515600" cy="781724"/>
          </a:xfrm>
          <a:prstGeom prst="rect">
            <a:avLst/>
          </a:prstGeom>
        </p:spPr>
        <p:txBody>
          <a:bodyPr/>
          <a:lstStyle>
            <a:lvl1pPr algn="r">
              <a:defRPr>
                <a:solidFill>
                  <a:srgbClr val="FFFFFF"/>
                </a:solidFill>
              </a:defRPr>
            </a:lvl1pPr>
          </a:lstStyle>
          <a:p>
            <a:r>
              <a:rPr lang="pl-PL"/>
              <a:t>O nas</a:t>
            </a:r>
          </a:p>
        </p:txBody>
      </p:sp>
    </p:spTree>
    <p:extLst>
      <p:ext uri="{BB962C8B-B14F-4D97-AF65-F5344CB8AC3E}">
        <p14:creationId xmlns:p14="http://schemas.microsoft.com/office/powerpoint/2010/main" val="11974535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ło">
    <p:spTree>
      <p:nvGrpSpPr>
        <p:cNvPr id="1" name=""/>
        <p:cNvGrpSpPr/>
        <p:nvPr/>
      </p:nvGrpSpPr>
      <p:grpSpPr>
        <a:xfrm>
          <a:off x="0" y="0"/>
          <a:ext cx="0" cy="0"/>
          <a:chOff x="0" y="0"/>
          <a:chExt cx="0" cy="0"/>
        </a:xfrm>
      </p:grpSpPr>
    </p:spTree>
    <p:extLst>
      <p:ext uri="{BB962C8B-B14F-4D97-AF65-F5344CB8AC3E}">
        <p14:creationId xmlns:p14="http://schemas.microsoft.com/office/powerpoint/2010/main" val="5140540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Zwykła strona">
    <p:spTree>
      <p:nvGrpSpPr>
        <p:cNvPr id="1" name=""/>
        <p:cNvGrpSpPr/>
        <p:nvPr/>
      </p:nvGrpSpPr>
      <p:grpSpPr>
        <a:xfrm>
          <a:off x="0" y="0"/>
          <a:ext cx="0" cy="0"/>
          <a:chOff x="0" y="0"/>
          <a:chExt cx="0" cy="0"/>
        </a:xfrm>
      </p:grpSpPr>
      <p:sp>
        <p:nvSpPr>
          <p:cNvPr id="3" name="Prostokąt 2">
            <a:extLst>
              <a:ext uri="{FF2B5EF4-FFF2-40B4-BE49-F238E27FC236}">
                <a16:creationId xmlns:a16="http://schemas.microsoft.com/office/drawing/2014/main" id="{58F667A0-3DEE-4DDD-BC0F-8BB5CF14448D}"/>
              </a:ext>
            </a:extLst>
          </p:cNvPr>
          <p:cNvSpPr/>
          <p:nvPr userDrawn="1"/>
        </p:nvSpPr>
        <p:spPr>
          <a:xfrm>
            <a:off x="0" y="0"/>
            <a:ext cx="12191999" cy="614178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pic>
        <p:nvPicPr>
          <p:cNvPr id="6" name="Obraz 5">
            <a:extLst>
              <a:ext uri="{FF2B5EF4-FFF2-40B4-BE49-F238E27FC236}">
                <a16:creationId xmlns:a16="http://schemas.microsoft.com/office/drawing/2014/main" id="{A391D1EC-09EE-4879-A05B-9C0C0EC3B29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832217" y="6412185"/>
            <a:ext cx="1112522" cy="205145"/>
          </a:xfrm>
          <a:prstGeom prst="rect">
            <a:avLst/>
          </a:prstGeom>
        </p:spPr>
      </p:pic>
      <p:sp>
        <p:nvSpPr>
          <p:cNvPr id="2" name="Tytuł 1">
            <a:extLst>
              <a:ext uri="{FF2B5EF4-FFF2-40B4-BE49-F238E27FC236}">
                <a16:creationId xmlns:a16="http://schemas.microsoft.com/office/drawing/2014/main" id="{2F8D7198-2882-D0A8-7EAE-3D8EB7E0AE1E}"/>
              </a:ext>
            </a:extLst>
          </p:cNvPr>
          <p:cNvSpPr>
            <a:spLocks noGrp="1"/>
          </p:cNvSpPr>
          <p:nvPr>
            <p:ph type="title"/>
          </p:nvPr>
        </p:nvSpPr>
        <p:spPr>
          <a:xfrm>
            <a:off x="838200" y="365125"/>
            <a:ext cx="10515600" cy="1325563"/>
          </a:xfrm>
          <a:prstGeom prst="rect">
            <a:avLst/>
          </a:prstGeom>
        </p:spPr>
        <p:txBody>
          <a:bodyPr/>
          <a:lstStyle/>
          <a:p>
            <a:r>
              <a:rPr lang="pl-PL"/>
              <a:t>Kliknij, aby edytować styl</a:t>
            </a:r>
          </a:p>
        </p:txBody>
      </p:sp>
      <p:sp>
        <p:nvSpPr>
          <p:cNvPr id="5" name="Symbol zastępczy tekstu 4">
            <a:extLst>
              <a:ext uri="{FF2B5EF4-FFF2-40B4-BE49-F238E27FC236}">
                <a16:creationId xmlns:a16="http://schemas.microsoft.com/office/drawing/2014/main" id="{2C63A60E-7FEE-ED88-9DE6-3767306417FA}"/>
              </a:ext>
            </a:extLst>
          </p:cNvPr>
          <p:cNvSpPr>
            <a:spLocks noGrp="1"/>
          </p:cNvSpPr>
          <p:nvPr>
            <p:ph type="body" sz="quarter" idx="10"/>
          </p:nvPr>
        </p:nvSpPr>
        <p:spPr>
          <a:xfrm>
            <a:off x="838200" y="1885950"/>
            <a:ext cx="10515600" cy="3943350"/>
          </a:xfrm>
          <a:prstGeom prst="rect">
            <a:avLst/>
          </a:prstGeo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Tree>
    <p:extLst>
      <p:ext uri="{BB962C8B-B14F-4D97-AF65-F5344CB8AC3E}">
        <p14:creationId xmlns:p14="http://schemas.microsoft.com/office/powerpoint/2010/main" val="947013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zwykła strona">
    <p:spTree>
      <p:nvGrpSpPr>
        <p:cNvPr id="1" name=""/>
        <p:cNvGrpSpPr/>
        <p:nvPr/>
      </p:nvGrpSpPr>
      <p:grpSpPr>
        <a:xfrm>
          <a:off x="0" y="0"/>
          <a:ext cx="0" cy="0"/>
          <a:chOff x="0" y="0"/>
          <a:chExt cx="0" cy="0"/>
        </a:xfrm>
      </p:grpSpPr>
      <p:sp>
        <p:nvSpPr>
          <p:cNvPr id="3" name="Prostokąt 2">
            <a:extLst>
              <a:ext uri="{FF2B5EF4-FFF2-40B4-BE49-F238E27FC236}">
                <a16:creationId xmlns:a16="http://schemas.microsoft.com/office/drawing/2014/main" id="{58F667A0-3DEE-4DDD-BC0F-8BB5CF14448D}"/>
              </a:ext>
            </a:extLst>
          </p:cNvPr>
          <p:cNvSpPr/>
          <p:nvPr userDrawn="1"/>
        </p:nvSpPr>
        <p:spPr>
          <a:xfrm>
            <a:off x="62791" y="0"/>
            <a:ext cx="10921782"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pic>
        <p:nvPicPr>
          <p:cNvPr id="6" name="Obraz 5">
            <a:extLst>
              <a:ext uri="{FF2B5EF4-FFF2-40B4-BE49-F238E27FC236}">
                <a16:creationId xmlns:a16="http://schemas.microsoft.com/office/drawing/2014/main" id="{652BCD63-C403-4316-88B2-99FFAC8429C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55351" y="304038"/>
            <a:ext cx="890589" cy="164222"/>
          </a:xfrm>
          <a:prstGeom prst="rect">
            <a:avLst/>
          </a:prstGeom>
        </p:spPr>
      </p:pic>
      <p:sp>
        <p:nvSpPr>
          <p:cNvPr id="2" name="Tytuł 1">
            <a:extLst>
              <a:ext uri="{FF2B5EF4-FFF2-40B4-BE49-F238E27FC236}">
                <a16:creationId xmlns:a16="http://schemas.microsoft.com/office/drawing/2014/main" id="{2D30F53A-ED79-CF1B-E7F9-EAB290308E25}"/>
              </a:ext>
            </a:extLst>
          </p:cNvPr>
          <p:cNvSpPr>
            <a:spLocks noGrp="1"/>
          </p:cNvSpPr>
          <p:nvPr>
            <p:ph type="title"/>
          </p:nvPr>
        </p:nvSpPr>
        <p:spPr>
          <a:xfrm>
            <a:off x="838200" y="365125"/>
            <a:ext cx="10515600" cy="1325563"/>
          </a:xfrm>
          <a:prstGeom prst="rect">
            <a:avLst/>
          </a:prstGeom>
        </p:spPr>
        <p:txBody>
          <a:bodyPr/>
          <a:lstStyle/>
          <a:p>
            <a:r>
              <a:rPr lang="pl-PL"/>
              <a:t>Kliknij, aby edytować styl</a:t>
            </a:r>
          </a:p>
        </p:txBody>
      </p:sp>
      <p:sp>
        <p:nvSpPr>
          <p:cNvPr id="5" name="Symbol zastępczy tekstu 4">
            <a:extLst>
              <a:ext uri="{FF2B5EF4-FFF2-40B4-BE49-F238E27FC236}">
                <a16:creationId xmlns:a16="http://schemas.microsoft.com/office/drawing/2014/main" id="{6E6A45E5-980E-E27E-F2D1-D3FAD4798BC5}"/>
              </a:ext>
            </a:extLst>
          </p:cNvPr>
          <p:cNvSpPr>
            <a:spLocks noGrp="1"/>
          </p:cNvSpPr>
          <p:nvPr>
            <p:ph type="body" sz="quarter" idx="10"/>
          </p:nvPr>
        </p:nvSpPr>
        <p:spPr>
          <a:xfrm>
            <a:off x="838200" y="1885950"/>
            <a:ext cx="10515600" cy="3943350"/>
          </a:xfrm>
          <a:prstGeom prst="rect">
            <a:avLst/>
          </a:prstGeo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Tree>
    <p:extLst>
      <p:ext uri="{BB962C8B-B14F-4D97-AF65-F5344CB8AC3E}">
        <p14:creationId xmlns:p14="http://schemas.microsoft.com/office/powerpoint/2010/main" val="6862102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zwykła strona">
    <p:spTree>
      <p:nvGrpSpPr>
        <p:cNvPr id="1" name=""/>
        <p:cNvGrpSpPr/>
        <p:nvPr/>
      </p:nvGrpSpPr>
      <p:grpSpPr>
        <a:xfrm>
          <a:off x="0" y="0"/>
          <a:ext cx="0" cy="0"/>
          <a:chOff x="0" y="0"/>
          <a:chExt cx="0" cy="0"/>
        </a:xfrm>
      </p:grpSpPr>
      <p:sp>
        <p:nvSpPr>
          <p:cNvPr id="3" name="Prostokąt 2">
            <a:extLst>
              <a:ext uri="{FF2B5EF4-FFF2-40B4-BE49-F238E27FC236}">
                <a16:creationId xmlns:a16="http://schemas.microsoft.com/office/drawing/2014/main" id="{58F667A0-3DEE-4DDD-BC0F-8BB5CF14448D}"/>
              </a:ext>
            </a:extLst>
          </p:cNvPr>
          <p:cNvSpPr/>
          <p:nvPr userDrawn="1"/>
        </p:nvSpPr>
        <p:spPr>
          <a:xfrm>
            <a:off x="1" y="0"/>
            <a:ext cx="9705198"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pic>
        <p:nvPicPr>
          <p:cNvPr id="6" name="Obraz 5">
            <a:extLst>
              <a:ext uri="{FF2B5EF4-FFF2-40B4-BE49-F238E27FC236}">
                <a16:creationId xmlns:a16="http://schemas.microsoft.com/office/drawing/2014/main" id="{559588CC-4956-4445-BAF0-4334A0E9358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453167" y="6390302"/>
            <a:ext cx="1112522" cy="205145"/>
          </a:xfrm>
          <a:prstGeom prst="rect">
            <a:avLst/>
          </a:prstGeom>
        </p:spPr>
      </p:pic>
      <p:sp>
        <p:nvSpPr>
          <p:cNvPr id="2" name="Tytuł 1">
            <a:extLst>
              <a:ext uri="{FF2B5EF4-FFF2-40B4-BE49-F238E27FC236}">
                <a16:creationId xmlns:a16="http://schemas.microsoft.com/office/drawing/2014/main" id="{D00D3099-E38A-F21E-E899-D550D5B89FDE}"/>
              </a:ext>
            </a:extLst>
          </p:cNvPr>
          <p:cNvSpPr>
            <a:spLocks noGrp="1"/>
          </p:cNvSpPr>
          <p:nvPr>
            <p:ph type="title"/>
          </p:nvPr>
        </p:nvSpPr>
        <p:spPr>
          <a:xfrm>
            <a:off x="838200" y="365125"/>
            <a:ext cx="10515600" cy="1325563"/>
          </a:xfrm>
          <a:prstGeom prst="rect">
            <a:avLst/>
          </a:prstGeom>
        </p:spPr>
        <p:txBody>
          <a:bodyPr/>
          <a:lstStyle/>
          <a:p>
            <a:r>
              <a:rPr lang="pl-PL"/>
              <a:t>Kliknij, aby edytować styl</a:t>
            </a:r>
          </a:p>
        </p:txBody>
      </p:sp>
      <p:sp>
        <p:nvSpPr>
          <p:cNvPr id="5" name="Symbol zastępczy tekstu 4">
            <a:extLst>
              <a:ext uri="{FF2B5EF4-FFF2-40B4-BE49-F238E27FC236}">
                <a16:creationId xmlns:a16="http://schemas.microsoft.com/office/drawing/2014/main" id="{9DCE70C4-DDFC-004F-1094-72B18E978861}"/>
              </a:ext>
            </a:extLst>
          </p:cNvPr>
          <p:cNvSpPr>
            <a:spLocks noGrp="1"/>
          </p:cNvSpPr>
          <p:nvPr>
            <p:ph type="body" sz="quarter" idx="10"/>
          </p:nvPr>
        </p:nvSpPr>
        <p:spPr>
          <a:xfrm>
            <a:off x="838200" y="1885950"/>
            <a:ext cx="10515600" cy="3943350"/>
          </a:xfrm>
          <a:prstGeom prst="rect">
            <a:avLst/>
          </a:prstGeo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Tree>
    <p:extLst>
      <p:ext uri="{BB962C8B-B14F-4D97-AF65-F5344CB8AC3E}">
        <p14:creationId xmlns:p14="http://schemas.microsoft.com/office/powerpoint/2010/main" val="31020833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 zwykła strona">
    <p:spTree>
      <p:nvGrpSpPr>
        <p:cNvPr id="1" name=""/>
        <p:cNvGrpSpPr/>
        <p:nvPr/>
      </p:nvGrpSpPr>
      <p:grpSpPr>
        <a:xfrm>
          <a:off x="0" y="0"/>
          <a:ext cx="0" cy="0"/>
          <a:chOff x="0" y="0"/>
          <a:chExt cx="0" cy="0"/>
        </a:xfrm>
      </p:grpSpPr>
      <p:sp>
        <p:nvSpPr>
          <p:cNvPr id="3" name="Prostokąt 2">
            <a:extLst>
              <a:ext uri="{FF2B5EF4-FFF2-40B4-BE49-F238E27FC236}">
                <a16:creationId xmlns:a16="http://schemas.microsoft.com/office/drawing/2014/main" id="{58F667A0-3DEE-4DDD-BC0F-8BB5CF14448D}"/>
              </a:ext>
            </a:extLst>
          </p:cNvPr>
          <p:cNvSpPr/>
          <p:nvPr userDrawn="1"/>
        </p:nvSpPr>
        <p:spPr>
          <a:xfrm>
            <a:off x="0" y="0"/>
            <a:ext cx="12191999"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pic>
        <p:nvPicPr>
          <p:cNvPr id="5" name="Obraz 4">
            <a:extLst>
              <a:ext uri="{FF2B5EF4-FFF2-40B4-BE49-F238E27FC236}">
                <a16:creationId xmlns:a16="http://schemas.microsoft.com/office/drawing/2014/main" id="{CF42B4B6-C7CB-4D7C-851A-4CB30DCA0C4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606159" y="6320611"/>
            <a:ext cx="1246077" cy="230656"/>
          </a:xfrm>
          <a:prstGeom prst="rect">
            <a:avLst/>
          </a:prstGeom>
        </p:spPr>
      </p:pic>
      <p:sp>
        <p:nvSpPr>
          <p:cNvPr id="4" name="Tytuł 3">
            <a:extLst>
              <a:ext uri="{FF2B5EF4-FFF2-40B4-BE49-F238E27FC236}">
                <a16:creationId xmlns:a16="http://schemas.microsoft.com/office/drawing/2014/main" id="{7A01A13D-3C59-1F8D-A460-763DF5F96CF9}"/>
              </a:ext>
            </a:extLst>
          </p:cNvPr>
          <p:cNvSpPr>
            <a:spLocks noGrp="1"/>
          </p:cNvSpPr>
          <p:nvPr>
            <p:ph type="title"/>
          </p:nvPr>
        </p:nvSpPr>
        <p:spPr>
          <a:xfrm>
            <a:off x="838200" y="365125"/>
            <a:ext cx="10515600" cy="1325563"/>
          </a:xfrm>
          <a:prstGeom prst="rect">
            <a:avLst/>
          </a:prstGeom>
        </p:spPr>
        <p:txBody>
          <a:bodyPr/>
          <a:lstStyle/>
          <a:p>
            <a:r>
              <a:rPr lang="pl-PL"/>
              <a:t>Kliknij, aby edytować styl</a:t>
            </a:r>
          </a:p>
        </p:txBody>
      </p:sp>
      <p:sp>
        <p:nvSpPr>
          <p:cNvPr id="6" name="Symbol zastępczy tekstu 4">
            <a:extLst>
              <a:ext uri="{FF2B5EF4-FFF2-40B4-BE49-F238E27FC236}">
                <a16:creationId xmlns:a16="http://schemas.microsoft.com/office/drawing/2014/main" id="{9A755328-37AD-6A20-AFE8-F8EEE1B23A6E}"/>
              </a:ext>
            </a:extLst>
          </p:cNvPr>
          <p:cNvSpPr>
            <a:spLocks noGrp="1"/>
          </p:cNvSpPr>
          <p:nvPr>
            <p:ph type="body" sz="quarter" idx="10"/>
          </p:nvPr>
        </p:nvSpPr>
        <p:spPr>
          <a:xfrm>
            <a:off x="838200" y="1885950"/>
            <a:ext cx="10515600" cy="3943350"/>
          </a:xfrm>
          <a:prstGeom prst="rect">
            <a:avLst/>
          </a:prstGeo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Tree>
    <p:extLst>
      <p:ext uri="{BB962C8B-B14F-4D97-AF65-F5344CB8AC3E}">
        <p14:creationId xmlns:p14="http://schemas.microsoft.com/office/powerpoint/2010/main" val="7297337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 zwykła strona">
    <p:spTree>
      <p:nvGrpSpPr>
        <p:cNvPr id="1" name=""/>
        <p:cNvGrpSpPr/>
        <p:nvPr/>
      </p:nvGrpSpPr>
      <p:grpSpPr>
        <a:xfrm>
          <a:off x="0" y="0"/>
          <a:ext cx="0" cy="0"/>
          <a:chOff x="0" y="0"/>
          <a:chExt cx="0" cy="0"/>
        </a:xfrm>
      </p:grpSpPr>
      <p:sp>
        <p:nvSpPr>
          <p:cNvPr id="3" name="Prostokąt 2">
            <a:extLst>
              <a:ext uri="{FF2B5EF4-FFF2-40B4-BE49-F238E27FC236}">
                <a16:creationId xmlns:a16="http://schemas.microsoft.com/office/drawing/2014/main" id="{58F667A0-3DEE-4DDD-BC0F-8BB5CF14448D}"/>
              </a:ext>
            </a:extLst>
          </p:cNvPr>
          <p:cNvSpPr/>
          <p:nvPr userDrawn="1"/>
        </p:nvSpPr>
        <p:spPr>
          <a:xfrm>
            <a:off x="0" y="0"/>
            <a:ext cx="12191999" cy="680502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pic>
        <p:nvPicPr>
          <p:cNvPr id="5" name="Obraz 4">
            <a:extLst>
              <a:ext uri="{FF2B5EF4-FFF2-40B4-BE49-F238E27FC236}">
                <a16:creationId xmlns:a16="http://schemas.microsoft.com/office/drawing/2014/main" id="{CF42B4B6-C7CB-4D7C-851A-4CB30DCA0C4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606159" y="6320611"/>
            <a:ext cx="1246077" cy="230656"/>
          </a:xfrm>
          <a:prstGeom prst="rect">
            <a:avLst/>
          </a:prstGeom>
        </p:spPr>
      </p:pic>
      <p:sp>
        <p:nvSpPr>
          <p:cNvPr id="4" name="Tytuł 3">
            <a:extLst>
              <a:ext uri="{FF2B5EF4-FFF2-40B4-BE49-F238E27FC236}">
                <a16:creationId xmlns:a16="http://schemas.microsoft.com/office/drawing/2014/main" id="{DFDD57BA-519D-D9F2-13C2-005C1F3D52B5}"/>
              </a:ext>
            </a:extLst>
          </p:cNvPr>
          <p:cNvSpPr>
            <a:spLocks noGrp="1"/>
          </p:cNvSpPr>
          <p:nvPr>
            <p:ph type="title"/>
          </p:nvPr>
        </p:nvSpPr>
        <p:spPr>
          <a:xfrm>
            <a:off x="838200" y="365125"/>
            <a:ext cx="10515600" cy="1325563"/>
          </a:xfrm>
          <a:prstGeom prst="rect">
            <a:avLst/>
          </a:prstGeom>
        </p:spPr>
        <p:txBody>
          <a:bodyPr/>
          <a:lstStyle/>
          <a:p>
            <a:r>
              <a:rPr lang="pl-PL"/>
              <a:t>Kliknij, aby edytować styl</a:t>
            </a:r>
          </a:p>
        </p:txBody>
      </p:sp>
      <p:sp>
        <p:nvSpPr>
          <p:cNvPr id="6" name="Symbol zastępczy tekstu 4">
            <a:extLst>
              <a:ext uri="{FF2B5EF4-FFF2-40B4-BE49-F238E27FC236}">
                <a16:creationId xmlns:a16="http://schemas.microsoft.com/office/drawing/2014/main" id="{1C80AB14-BA54-43CF-D811-EC768CDD9B7E}"/>
              </a:ext>
            </a:extLst>
          </p:cNvPr>
          <p:cNvSpPr>
            <a:spLocks noGrp="1"/>
          </p:cNvSpPr>
          <p:nvPr>
            <p:ph type="body" sz="quarter" idx="10"/>
          </p:nvPr>
        </p:nvSpPr>
        <p:spPr>
          <a:xfrm>
            <a:off x="838200" y="1885950"/>
            <a:ext cx="10515600" cy="3943350"/>
          </a:xfrm>
          <a:prstGeom prst="rect">
            <a:avLst/>
          </a:prstGeo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Tree>
    <p:extLst>
      <p:ext uri="{BB962C8B-B14F-4D97-AF65-F5344CB8AC3E}">
        <p14:creationId xmlns:p14="http://schemas.microsoft.com/office/powerpoint/2010/main" val="28942466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6 zwykła strona">
    <p:spTree>
      <p:nvGrpSpPr>
        <p:cNvPr id="1" name=""/>
        <p:cNvGrpSpPr/>
        <p:nvPr/>
      </p:nvGrpSpPr>
      <p:grpSpPr>
        <a:xfrm>
          <a:off x="0" y="0"/>
          <a:ext cx="0" cy="0"/>
          <a:chOff x="0" y="0"/>
          <a:chExt cx="0" cy="0"/>
        </a:xfrm>
      </p:grpSpPr>
      <p:sp>
        <p:nvSpPr>
          <p:cNvPr id="3" name="Prostokąt 2">
            <a:extLst>
              <a:ext uri="{FF2B5EF4-FFF2-40B4-BE49-F238E27FC236}">
                <a16:creationId xmlns:a16="http://schemas.microsoft.com/office/drawing/2014/main" id="{58F667A0-3DEE-4DDD-BC0F-8BB5CF14448D}"/>
              </a:ext>
            </a:extLst>
          </p:cNvPr>
          <p:cNvSpPr/>
          <p:nvPr userDrawn="1"/>
        </p:nvSpPr>
        <p:spPr>
          <a:xfrm>
            <a:off x="54942" y="0"/>
            <a:ext cx="12137057" cy="680502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l-PL"/>
          </a:p>
        </p:txBody>
      </p:sp>
      <p:pic>
        <p:nvPicPr>
          <p:cNvPr id="5" name="Obraz 4">
            <a:extLst>
              <a:ext uri="{FF2B5EF4-FFF2-40B4-BE49-F238E27FC236}">
                <a16:creationId xmlns:a16="http://schemas.microsoft.com/office/drawing/2014/main" id="{CF42B4B6-C7CB-4D7C-851A-4CB30DCA0C4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0606159" y="6320611"/>
            <a:ext cx="1246077" cy="230656"/>
          </a:xfrm>
          <a:prstGeom prst="rect">
            <a:avLst/>
          </a:prstGeom>
        </p:spPr>
      </p:pic>
      <p:sp>
        <p:nvSpPr>
          <p:cNvPr id="4" name="Tytuł 3">
            <a:extLst>
              <a:ext uri="{FF2B5EF4-FFF2-40B4-BE49-F238E27FC236}">
                <a16:creationId xmlns:a16="http://schemas.microsoft.com/office/drawing/2014/main" id="{C7E380AF-8083-A8F3-C955-2666682FE2B0}"/>
              </a:ext>
            </a:extLst>
          </p:cNvPr>
          <p:cNvSpPr>
            <a:spLocks noGrp="1"/>
          </p:cNvSpPr>
          <p:nvPr>
            <p:ph type="title"/>
          </p:nvPr>
        </p:nvSpPr>
        <p:spPr>
          <a:xfrm>
            <a:off x="838200" y="365125"/>
            <a:ext cx="10515600" cy="1325563"/>
          </a:xfrm>
          <a:prstGeom prst="rect">
            <a:avLst/>
          </a:prstGeom>
        </p:spPr>
        <p:txBody>
          <a:bodyPr/>
          <a:lstStyle/>
          <a:p>
            <a:r>
              <a:rPr lang="pl-PL"/>
              <a:t>Kliknij, aby edytować styl</a:t>
            </a:r>
          </a:p>
        </p:txBody>
      </p:sp>
      <p:sp>
        <p:nvSpPr>
          <p:cNvPr id="7" name="Symbol zastępczy tekstu 6">
            <a:extLst>
              <a:ext uri="{FF2B5EF4-FFF2-40B4-BE49-F238E27FC236}">
                <a16:creationId xmlns:a16="http://schemas.microsoft.com/office/drawing/2014/main" id="{14D68DFD-54ED-A998-F424-6FFFD0F81FEA}"/>
              </a:ext>
            </a:extLst>
          </p:cNvPr>
          <p:cNvSpPr>
            <a:spLocks noGrp="1"/>
          </p:cNvSpPr>
          <p:nvPr>
            <p:ph type="body" sz="quarter" idx="10"/>
          </p:nvPr>
        </p:nvSpPr>
        <p:spPr>
          <a:xfrm>
            <a:off x="838200" y="2055813"/>
            <a:ext cx="9596509" cy="914400"/>
          </a:xfrm>
          <a:prstGeom prst="rect">
            <a:avLst/>
          </a:prstGeom>
        </p:spPr>
        <p:txBody>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Tree>
    <p:extLst>
      <p:ext uri="{BB962C8B-B14F-4D97-AF65-F5344CB8AC3E}">
        <p14:creationId xmlns:p14="http://schemas.microsoft.com/office/powerpoint/2010/main" val="955102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63895954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6387369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905">
          <p15:clr>
            <a:srgbClr val="5ACBF0"/>
          </p15:clr>
        </p15:guide>
        <p15:guide id="4" orient="horz" pos="1272">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urse Title Layout">
    <p:bg>
      <p:bgPr>
        <a:solidFill>
          <a:srgbClr val="4668C5"/>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32403" y="2312127"/>
            <a:ext cx="11125821" cy="1933979"/>
          </a:xfrm>
          <a:prstGeom prst="rect">
            <a:avLst/>
          </a:prstGeom>
        </p:spPr>
        <p:txBody>
          <a:bodyPr anchor="ctr">
            <a:noAutofit/>
          </a:bodyPr>
          <a:lstStyle>
            <a:lvl1pPr algn="l">
              <a:lnSpc>
                <a:spcPct val="90000"/>
              </a:lnSpc>
              <a:defRPr sz="4800" spc="-150" baseline="0">
                <a:solidFill>
                  <a:schemeClr val="bg1">
                    <a:alpha val="99000"/>
                  </a:schemeClr>
                </a:solidFill>
                <a:latin typeface="Segoe UI Light" pitchFamily="34" charset="0"/>
              </a:defRPr>
            </a:lvl1pPr>
          </a:lstStyle>
          <a:p>
            <a:r>
              <a:rPr lang="en-US"/>
              <a:t>Course Title</a:t>
            </a:r>
          </a:p>
        </p:txBody>
      </p:sp>
      <p:sp>
        <p:nvSpPr>
          <p:cNvPr id="6" name="Subtitle 2"/>
          <p:cNvSpPr>
            <a:spLocks noGrp="1"/>
          </p:cNvSpPr>
          <p:nvPr>
            <p:ph type="subTitle" idx="1" hasCustomPrompt="1"/>
          </p:nvPr>
        </p:nvSpPr>
        <p:spPr>
          <a:xfrm>
            <a:off x="532404" y="4735774"/>
            <a:ext cx="6149261" cy="1878780"/>
          </a:xfrm>
          <a:prstGeom prst="rect">
            <a:avLst/>
          </a:prstGeom>
        </p:spPr>
        <p:txBody>
          <a:bodyPr>
            <a:noAutofit/>
          </a:bodyPr>
          <a:lstStyle>
            <a:lvl1pPr marL="0" indent="0" algn="l">
              <a:lnSpc>
                <a:spcPct val="90000"/>
              </a:lnSpc>
              <a:spcBef>
                <a:spcPts val="0"/>
              </a:spcBef>
              <a:buNone/>
              <a:defRPr sz="2400" b="1" cap="none" baseline="0">
                <a:solidFill>
                  <a:schemeClr val="bg1">
                    <a:lumMod val="95000"/>
                    <a:alpha val="99000"/>
                  </a:schemeClr>
                </a:solidFill>
                <a:latin typeface="Segoe UI Light" pitchFamily="34" charset="0"/>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Subtitle</a:t>
            </a:r>
          </a:p>
        </p:txBody>
      </p:sp>
      <p:sp>
        <p:nvSpPr>
          <p:cNvPr id="5" name="TextBox 4"/>
          <p:cNvSpPr txBox="1"/>
          <p:nvPr userDrawn="1"/>
        </p:nvSpPr>
        <p:spPr>
          <a:xfrm>
            <a:off x="8211520" y="189731"/>
            <a:ext cx="3692428" cy="369332"/>
          </a:xfrm>
          <a:prstGeom prst="rect">
            <a:avLst/>
          </a:prstGeom>
          <a:noFill/>
        </p:spPr>
        <p:txBody>
          <a:bodyPr wrap="square" lIns="0" tIns="0" rIns="0" bIns="0" rtlCol="0" anchor="ctr">
            <a:spAutoFit/>
          </a:bodyPr>
          <a:lstStyle/>
          <a:p>
            <a:pPr algn="ctr"/>
            <a:r>
              <a:rPr lang="en-US" sz="2400">
                <a:solidFill>
                  <a:schemeClr val="bg1">
                    <a:alpha val="99000"/>
                  </a:schemeClr>
                </a:solidFill>
              </a:rPr>
              <a:t>Microsoft</a:t>
            </a:r>
            <a:r>
              <a:rPr lang="en-US" sz="2400" baseline="0">
                <a:solidFill>
                  <a:schemeClr val="bg1">
                    <a:alpha val="99000"/>
                  </a:schemeClr>
                </a:solidFill>
              </a:rPr>
              <a:t> Virtual Academy</a:t>
            </a:r>
            <a:endParaRPr lang="en-US" sz="2400">
              <a:solidFill>
                <a:schemeClr val="bg1">
                  <a:alpha val="99000"/>
                </a:schemeClr>
              </a:solidFill>
            </a:endParaRPr>
          </a:p>
        </p:txBody>
      </p:sp>
    </p:spTree>
    <p:extLst>
      <p:ext uri="{BB962C8B-B14F-4D97-AF65-F5344CB8AC3E}">
        <p14:creationId xmlns:p14="http://schemas.microsoft.com/office/powerpoint/2010/main" val="3820436747"/>
      </p:ext>
    </p:extLst>
  </p:cSld>
  <p:clrMapOvr>
    <a:masterClrMapping/>
  </p:clrMapOvr>
  <p:transition>
    <p:fade/>
  </p:transition>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odule Layout">
    <p:bg>
      <p:bgPr>
        <a:solidFill>
          <a:srgbClr val="4668C5"/>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46052" y="3775167"/>
            <a:ext cx="11357896" cy="1933979"/>
          </a:xfrm>
          <a:prstGeom prst="rect">
            <a:avLst/>
          </a:prstGeom>
        </p:spPr>
        <p:txBody>
          <a:bodyPr anchor="t" anchorCtr="0">
            <a:noAutofit/>
          </a:bodyPr>
          <a:lstStyle>
            <a:lvl1pPr algn="l">
              <a:lnSpc>
                <a:spcPct val="90000"/>
              </a:lnSpc>
              <a:defRPr sz="4800" spc="-150" baseline="0">
                <a:solidFill>
                  <a:schemeClr val="bg1">
                    <a:alpha val="99000"/>
                  </a:schemeClr>
                </a:solidFill>
                <a:latin typeface="Segoe UI Light" pitchFamily="34" charset="0"/>
              </a:defRPr>
            </a:lvl1pPr>
          </a:lstStyle>
          <a:p>
            <a:r>
              <a:rPr lang="en-US"/>
              <a:t>Module or Section transition style</a:t>
            </a:r>
          </a:p>
        </p:txBody>
      </p:sp>
      <p:sp>
        <p:nvSpPr>
          <p:cNvPr id="9" name="Subtitle 2"/>
          <p:cNvSpPr>
            <a:spLocks noGrp="1"/>
          </p:cNvSpPr>
          <p:nvPr>
            <p:ph type="subTitle" idx="1" hasCustomPrompt="1"/>
          </p:nvPr>
        </p:nvSpPr>
        <p:spPr>
          <a:xfrm>
            <a:off x="546052" y="2942705"/>
            <a:ext cx="11357896" cy="748146"/>
          </a:xfrm>
          <a:prstGeom prst="rect">
            <a:avLst/>
          </a:prstGeom>
        </p:spPr>
        <p:txBody>
          <a:bodyPr>
            <a:noAutofit/>
          </a:bodyPr>
          <a:lstStyle>
            <a:lvl1pPr marL="0" indent="0" algn="l">
              <a:lnSpc>
                <a:spcPct val="90000"/>
              </a:lnSpc>
              <a:spcBef>
                <a:spcPts val="0"/>
              </a:spcBef>
              <a:buNone/>
              <a:defRPr sz="2400" b="0" cap="none" baseline="0">
                <a:solidFill>
                  <a:schemeClr val="bg1">
                    <a:alpha val="99000"/>
                  </a:schemeClr>
                </a:solidFill>
                <a:latin typeface="Segoe UI Light" pitchFamily="34" charset="0"/>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Course Title Style</a:t>
            </a:r>
          </a:p>
        </p:txBody>
      </p:sp>
      <p:sp>
        <p:nvSpPr>
          <p:cNvPr id="5" name="TextBox 4"/>
          <p:cNvSpPr txBox="1"/>
          <p:nvPr userDrawn="1"/>
        </p:nvSpPr>
        <p:spPr>
          <a:xfrm>
            <a:off x="8211520" y="189731"/>
            <a:ext cx="3692428" cy="369332"/>
          </a:xfrm>
          <a:prstGeom prst="rect">
            <a:avLst/>
          </a:prstGeom>
          <a:noFill/>
        </p:spPr>
        <p:txBody>
          <a:bodyPr wrap="square" lIns="0" tIns="0" rIns="0" bIns="0" rtlCol="0" anchor="ctr">
            <a:spAutoFit/>
          </a:bodyPr>
          <a:lstStyle/>
          <a:p>
            <a:pPr algn="ctr"/>
            <a:r>
              <a:rPr lang="en-US" sz="2400">
                <a:solidFill>
                  <a:schemeClr val="bg1">
                    <a:alpha val="99000"/>
                  </a:schemeClr>
                </a:solidFill>
              </a:rPr>
              <a:t>Microsoft</a:t>
            </a:r>
            <a:r>
              <a:rPr lang="en-US" sz="2400" baseline="0">
                <a:solidFill>
                  <a:schemeClr val="bg1">
                    <a:alpha val="99000"/>
                  </a:schemeClr>
                </a:solidFill>
              </a:rPr>
              <a:t> Virtual Academy</a:t>
            </a:r>
            <a:endParaRPr lang="en-US" sz="2400">
              <a:solidFill>
                <a:schemeClr val="bg1">
                  <a:alpha val="99000"/>
                </a:schemeClr>
              </a:solidFill>
            </a:endParaRPr>
          </a:p>
        </p:txBody>
      </p:sp>
    </p:spTree>
    <p:extLst>
      <p:ext uri="{BB962C8B-B14F-4D97-AF65-F5344CB8AC3E}">
        <p14:creationId xmlns:p14="http://schemas.microsoft.com/office/powerpoint/2010/main" val="3073974822"/>
      </p:ext>
    </p:extLst>
  </p:cSld>
  <p:clrMapOvr>
    <a:masterClrMapping/>
  </p:clrMapOvr>
  <p:transition>
    <p:fade/>
  </p:transition>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ection Title">
    <p:bg>
      <p:bgPr>
        <a:solidFill>
          <a:srgbClr val="4668C5"/>
        </a:solidFill>
        <a:effectLst/>
      </p:bgPr>
    </p:bg>
    <p:spTree>
      <p:nvGrpSpPr>
        <p:cNvPr id="1" name=""/>
        <p:cNvGrpSpPr/>
        <p:nvPr/>
      </p:nvGrpSpPr>
      <p:grpSpPr>
        <a:xfrm>
          <a:off x="0" y="0"/>
          <a:ext cx="0" cy="0"/>
          <a:chOff x="0" y="0"/>
          <a:chExt cx="0" cy="0"/>
        </a:xfrm>
      </p:grpSpPr>
      <p:sp>
        <p:nvSpPr>
          <p:cNvPr id="6" name="Title 7"/>
          <p:cNvSpPr>
            <a:spLocks noGrp="1"/>
          </p:cNvSpPr>
          <p:nvPr>
            <p:ph type="title" hasCustomPrompt="1"/>
          </p:nvPr>
        </p:nvSpPr>
        <p:spPr>
          <a:xfrm>
            <a:off x="1068241" y="424447"/>
            <a:ext cx="10054940" cy="1168379"/>
          </a:xfrm>
          <a:prstGeom prst="rect">
            <a:avLst/>
          </a:prstGeom>
        </p:spPr>
        <p:txBody>
          <a:bodyPr anchor="b"/>
          <a:lstStyle>
            <a:lvl1pPr marL="0" indent="0" algn="l" defTabSz="914363" rtl="0" eaLnBrk="1" latinLnBrk="0" hangingPunct="1">
              <a:lnSpc>
                <a:spcPct val="90000"/>
              </a:lnSpc>
              <a:spcBef>
                <a:spcPct val="20000"/>
              </a:spcBef>
              <a:buClr>
                <a:srgbClr val="00DCFF"/>
              </a:buClr>
              <a:buSzPct val="90000"/>
              <a:buFont typeface="Arial" pitchFamily="34" charset="0"/>
              <a:buNone/>
              <a:defRPr lang="en-US" sz="4200" kern="1200" spc="-150" dirty="0">
                <a:solidFill>
                  <a:schemeClr val="bg1"/>
                </a:solidFill>
                <a:latin typeface="Segoe UI Light" pitchFamily="34" charset="0"/>
                <a:ea typeface="+mn-ea"/>
                <a:cs typeface="Segoe UI Light" pitchFamily="34" charset="0"/>
              </a:defRPr>
            </a:lvl1pPr>
          </a:lstStyle>
          <a:p>
            <a:r>
              <a:rPr lang="en-US"/>
              <a:t>Statement</a:t>
            </a:r>
          </a:p>
        </p:txBody>
      </p:sp>
      <p:sp>
        <p:nvSpPr>
          <p:cNvPr id="7" name="Text Placeholder 2"/>
          <p:cNvSpPr>
            <a:spLocks noGrp="1"/>
          </p:cNvSpPr>
          <p:nvPr>
            <p:ph type="body" sz="quarter" idx="10" hasCustomPrompt="1"/>
          </p:nvPr>
        </p:nvSpPr>
        <p:spPr>
          <a:xfrm>
            <a:off x="1757821" y="1907084"/>
            <a:ext cx="8198397" cy="4379416"/>
          </a:xfrm>
          <a:prstGeom prst="rect">
            <a:avLst/>
          </a:prstGeom>
        </p:spPr>
        <p:txBody>
          <a:bodyPr/>
          <a:lstStyle>
            <a:lvl1pPr marL="0" indent="0">
              <a:spcBef>
                <a:spcPts val="1600"/>
              </a:spcBef>
              <a:buNone/>
              <a:defRPr sz="2400" baseline="0">
                <a:solidFill>
                  <a:schemeClr val="bg1"/>
                </a:solidFill>
              </a:defRPr>
            </a:lvl1pPr>
            <a:lvl2pPr>
              <a:defRPr sz="2400">
                <a:solidFill>
                  <a:srgbClr val="83B800">
                    <a:alpha val="99000"/>
                  </a:srgbClr>
                </a:solidFill>
              </a:defRPr>
            </a:lvl2pPr>
            <a:lvl3pPr>
              <a:defRPr sz="2400">
                <a:solidFill>
                  <a:srgbClr val="83B800">
                    <a:alpha val="99000"/>
                  </a:srgbClr>
                </a:solidFill>
              </a:defRPr>
            </a:lvl3pPr>
            <a:lvl4pPr>
              <a:defRPr sz="2400">
                <a:solidFill>
                  <a:srgbClr val="83B800">
                    <a:alpha val="99000"/>
                  </a:srgbClr>
                </a:solidFill>
              </a:defRPr>
            </a:lvl4pPr>
            <a:lvl5pPr>
              <a:defRPr sz="2400">
                <a:solidFill>
                  <a:srgbClr val="83B800">
                    <a:alpha val="99000"/>
                  </a:srgbClr>
                </a:solidFill>
              </a:defRPr>
            </a:lvl5pPr>
          </a:lstStyle>
          <a:p>
            <a:pPr lvl="0"/>
            <a:r>
              <a:rPr lang="en-US"/>
              <a:t>Point 1</a:t>
            </a:r>
          </a:p>
          <a:p>
            <a:pPr lvl="0"/>
            <a:r>
              <a:rPr lang="en-US"/>
              <a:t>Point 2</a:t>
            </a:r>
          </a:p>
          <a:p>
            <a:pPr lvl="0"/>
            <a:r>
              <a:rPr lang="en-US"/>
              <a:t>Point 3</a:t>
            </a:r>
          </a:p>
          <a:p>
            <a:pPr lvl="0"/>
            <a:r>
              <a:rPr lang="en-US"/>
              <a:t>Point 4</a:t>
            </a:r>
          </a:p>
          <a:p>
            <a:pPr lvl="0"/>
            <a:r>
              <a:rPr lang="en-US"/>
              <a:t>Point 5</a:t>
            </a:r>
          </a:p>
          <a:p>
            <a:pPr lvl="0"/>
            <a:r>
              <a:rPr lang="en-US"/>
              <a:t>Point 6</a:t>
            </a:r>
          </a:p>
          <a:p>
            <a:pPr lvl="0"/>
            <a:r>
              <a:rPr lang="en-US"/>
              <a:t>Point 7</a:t>
            </a:r>
          </a:p>
          <a:p>
            <a:pPr lvl="0"/>
            <a:r>
              <a:rPr lang="en-US"/>
              <a:t>Point 8</a:t>
            </a:r>
          </a:p>
        </p:txBody>
      </p:sp>
    </p:spTree>
    <p:extLst>
      <p:ext uri="{BB962C8B-B14F-4D97-AF65-F5344CB8AC3E}">
        <p14:creationId xmlns:p14="http://schemas.microsoft.com/office/powerpoint/2010/main" val="789872774"/>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de Sample">
    <p:spTree>
      <p:nvGrpSpPr>
        <p:cNvPr id="1" name=""/>
        <p:cNvGrpSpPr/>
        <p:nvPr/>
      </p:nvGrpSpPr>
      <p:grpSpPr>
        <a:xfrm>
          <a:off x="0" y="0"/>
          <a:ext cx="0" cy="0"/>
          <a:chOff x="0" y="0"/>
          <a:chExt cx="0" cy="0"/>
        </a:xfrm>
      </p:grpSpPr>
      <p:sp>
        <p:nvSpPr>
          <p:cNvPr id="5" name="Text Placeholder 3"/>
          <p:cNvSpPr>
            <a:spLocks noGrp="1"/>
          </p:cNvSpPr>
          <p:nvPr>
            <p:ph type="body" sz="quarter" idx="10"/>
          </p:nvPr>
        </p:nvSpPr>
        <p:spPr>
          <a:xfrm>
            <a:off x="1180714" y="1645920"/>
            <a:ext cx="10777838" cy="4640580"/>
          </a:xfrm>
          <a:prstGeom prst="rect">
            <a:avLst/>
          </a:prstGeom>
        </p:spPr>
        <p:txBody>
          <a:bodyPr/>
          <a:lstStyle>
            <a:lvl1pPr>
              <a:defRPr>
                <a:solidFill>
                  <a:schemeClr val="tx1">
                    <a:alpha val="99000"/>
                  </a:schemeClr>
                </a:solidFill>
                <a:latin typeface="Consolas" panose="020B0609020204030204" pitchFamily="49" charset="0"/>
                <a:cs typeface="Consolas" panose="020B0609020204030204" pitchFamily="49" charset="0"/>
              </a:defRPr>
            </a:lvl1pPr>
          </a:lstStyle>
          <a:p>
            <a:r>
              <a:rPr lang="en-US">
                <a:latin typeface="Consolas" panose="020B0609020204030204" pitchFamily="49" charset="0"/>
                <a:cs typeface="Consolas" panose="020B0609020204030204" pitchFamily="49" charset="0"/>
              </a:rPr>
              <a:t>&lt;audio </a:t>
            </a:r>
            <a:r>
              <a:rPr lang="en-US" err="1">
                <a:latin typeface="Consolas" panose="020B0609020204030204" pitchFamily="49" charset="0"/>
                <a:cs typeface="Consolas" panose="020B0609020204030204" pitchFamily="49" charset="0"/>
              </a:rPr>
              <a:t>src</a:t>
            </a:r>
            <a:r>
              <a:rPr lang="en-US">
                <a:latin typeface="Consolas" panose="020B0609020204030204" pitchFamily="49" charset="0"/>
                <a:cs typeface="Consolas" panose="020B0609020204030204" pitchFamily="49" charset="0"/>
              </a:rPr>
              <a:t>=“some.mp3” controls&gt;&lt;/audio&gt;</a:t>
            </a:r>
          </a:p>
          <a:p>
            <a:r>
              <a:rPr lang="en-US">
                <a:latin typeface="Consolas" panose="020B0609020204030204" pitchFamily="49" charset="0"/>
                <a:cs typeface="Consolas" panose="020B0609020204030204" pitchFamily="49" charset="0"/>
              </a:rPr>
              <a:t>&lt;audio controls </a:t>
            </a:r>
            <a:r>
              <a:rPr lang="en-US" err="1">
                <a:latin typeface="Consolas" panose="020B0609020204030204" pitchFamily="49" charset="0"/>
                <a:cs typeface="Consolas" panose="020B0609020204030204" pitchFamily="49" charset="0"/>
              </a:rPr>
              <a:t>autoplay</a:t>
            </a:r>
            <a:r>
              <a:rPr lang="en-US">
                <a:latin typeface="Consolas" panose="020B0609020204030204" pitchFamily="49" charset="0"/>
                <a:cs typeface="Consolas" panose="020B0609020204030204" pitchFamily="49" charset="0"/>
              </a:rPr>
              <a:t> loop preload=“auto”&gt;</a:t>
            </a:r>
            <a:br>
              <a:rPr lang="en-US">
                <a:latin typeface="Consolas" panose="020B0609020204030204" pitchFamily="49" charset="0"/>
                <a:cs typeface="Consolas" panose="020B0609020204030204" pitchFamily="49" charset="0"/>
              </a:rPr>
            </a:br>
            <a:r>
              <a:rPr lang="en-US">
                <a:latin typeface="Consolas" panose="020B0609020204030204" pitchFamily="49" charset="0"/>
                <a:cs typeface="Consolas" panose="020B0609020204030204" pitchFamily="49" charset="0"/>
              </a:rPr>
              <a:t>   &lt;source </a:t>
            </a:r>
            <a:r>
              <a:rPr lang="en-US" err="1">
                <a:latin typeface="Consolas" panose="020B0609020204030204" pitchFamily="49" charset="0"/>
                <a:cs typeface="Consolas" panose="020B0609020204030204" pitchFamily="49" charset="0"/>
              </a:rPr>
              <a:t>src</a:t>
            </a:r>
            <a:r>
              <a:rPr lang="en-US">
                <a:latin typeface="Consolas" panose="020B0609020204030204" pitchFamily="49" charset="0"/>
                <a:cs typeface="Consolas" panose="020B0609020204030204" pitchFamily="49" charset="0"/>
              </a:rPr>
              <a:t>=“some.ogg” /&gt;</a:t>
            </a:r>
            <a:br>
              <a:rPr lang="en-US">
                <a:latin typeface="Consolas" panose="020B0609020204030204" pitchFamily="49" charset="0"/>
                <a:cs typeface="Consolas" panose="020B0609020204030204" pitchFamily="49" charset="0"/>
              </a:rPr>
            </a:br>
            <a:r>
              <a:rPr lang="en-US">
                <a:latin typeface="Consolas" panose="020B0609020204030204" pitchFamily="49" charset="0"/>
                <a:cs typeface="Consolas" panose="020B0609020204030204" pitchFamily="49" charset="0"/>
              </a:rPr>
              <a:t>   &lt;source </a:t>
            </a:r>
            <a:r>
              <a:rPr lang="en-US" err="1">
                <a:latin typeface="Consolas" panose="020B0609020204030204" pitchFamily="49" charset="0"/>
                <a:cs typeface="Consolas" panose="020B0609020204030204" pitchFamily="49" charset="0"/>
              </a:rPr>
              <a:t>src</a:t>
            </a:r>
            <a:r>
              <a:rPr lang="en-US">
                <a:latin typeface="Consolas" panose="020B0609020204030204" pitchFamily="49" charset="0"/>
                <a:cs typeface="Consolas" panose="020B0609020204030204" pitchFamily="49" charset="0"/>
              </a:rPr>
              <a:t>=“some.mp3” /&gt;</a:t>
            </a:r>
            <a:br>
              <a:rPr lang="en-US">
                <a:latin typeface="Consolas" panose="020B0609020204030204" pitchFamily="49" charset="0"/>
                <a:cs typeface="Consolas" panose="020B0609020204030204" pitchFamily="49" charset="0"/>
              </a:rPr>
            </a:br>
            <a:r>
              <a:rPr lang="en-US">
                <a:latin typeface="Consolas" panose="020B0609020204030204" pitchFamily="49" charset="0"/>
                <a:cs typeface="Consolas" panose="020B0609020204030204" pitchFamily="49" charset="0"/>
              </a:rPr>
              <a:t>   Your browser does not support audio!</a:t>
            </a:r>
            <a:br>
              <a:rPr lang="en-US">
                <a:latin typeface="Consolas" panose="020B0609020204030204" pitchFamily="49" charset="0"/>
                <a:cs typeface="Consolas" panose="020B0609020204030204" pitchFamily="49" charset="0"/>
              </a:rPr>
            </a:br>
            <a:r>
              <a:rPr lang="en-US">
                <a:latin typeface="Consolas" panose="020B0609020204030204" pitchFamily="49" charset="0"/>
                <a:cs typeface="Consolas" panose="020B0609020204030204" pitchFamily="49" charset="0"/>
              </a:rPr>
              <a:t>&lt;/audio&gt;</a:t>
            </a:r>
          </a:p>
        </p:txBody>
      </p:sp>
      <p:sp>
        <p:nvSpPr>
          <p:cNvPr id="6" name="Title 1"/>
          <p:cNvSpPr>
            <a:spLocks noGrp="1"/>
          </p:cNvSpPr>
          <p:nvPr>
            <p:ph type="title" hasCustomPrompt="1"/>
          </p:nvPr>
        </p:nvSpPr>
        <p:spPr>
          <a:xfrm>
            <a:off x="232816" y="157943"/>
            <a:ext cx="11725736" cy="1205345"/>
          </a:xfrm>
          <a:prstGeom prst="rect">
            <a:avLst/>
          </a:prstGeom>
        </p:spPr>
        <p:txBody>
          <a:bodyPr/>
          <a:lstStyle>
            <a:lvl1pPr>
              <a:defRPr sz="4000">
                <a:solidFill>
                  <a:schemeClr val="tx1">
                    <a:alpha val="98824"/>
                  </a:schemeClr>
                </a:solidFill>
                <a:latin typeface="Segoe UI Light" pitchFamily="34" charset="0"/>
              </a:defRPr>
            </a:lvl1pPr>
          </a:lstStyle>
          <a:p>
            <a:r>
              <a:rPr lang="en-US"/>
              <a:t>Click to edit Code Sample style</a:t>
            </a:r>
          </a:p>
        </p:txBody>
      </p:sp>
    </p:spTree>
    <p:extLst>
      <p:ext uri="{BB962C8B-B14F-4D97-AF65-F5344CB8AC3E}">
        <p14:creationId xmlns:p14="http://schemas.microsoft.com/office/powerpoint/2010/main" val="114283259"/>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232816" y="157943"/>
            <a:ext cx="11725736" cy="1205345"/>
          </a:xfrm>
          <a:prstGeom prst="rect">
            <a:avLst/>
          </a:prstGeom>
        </p:spPr>
        <p:txBody>
          <a:bodyPr/>
          <a:lstStyle>
            <a:lvl1pPr>
              <a:defRPr sz="4000">
                <a:solidFill>
                  <a:srgbClr val="002050"/>
                </a:solidFill>
                <a:latin typeface="Segoe UI Light" pitchFamily="34" charset="0"/>
              </a:defRPr>
            </a:lvl1pPr>
          </a:lstStyle>
          <a:p>
            <a:r>
              <a:rPr lang="en-US"/>
              <a:t>Click to edit Master title style</a:t>
            </a:r>
          </a:p>
        </p:txBody>
      </p:sp>
      <p:sp>
        <p:nvSpPr>
          <p:cNvPr id="4" name="Content Placeholder 3"/>
          <p:cNvSpPr>
            <a:spLocks noGrp="1"/>
          </p:cNvSpPr>
          <p:nvPr>
            <p:ph sz="quarter" idx="10"/>
          </p:nvPr>
        </p:nvSpPr>
        <p:spPr>
          <a:xfrm>
            <a:off x="436677" y="1487489"/>
            <a:ext cx="11536191" cy="5159375"/>
          </a:xfrm>
          <a:prstGeom prst="rect">
            <a:avLst/>
          </a:prstGeom>
        </p:spPr>
        <p:txBody>
          <a:bodyPr/>
          <a:lstStyle>
            <a:lvl1pPr marL="342900" indent="-342900">
              <a:lnSpc>
                <a:spcPct val="100000"/>
              </a:lnSpc>
              <a:spcBef>
                <a:spcPts val="1800"/>
              </a:spcBef>
              <a:buClr>
                <a:schemeClr val="accent1"/>
              </a:buClr>
              <a:buSzPct val="100000"/>
              <a:buFont typeface="Arial" pitchFamily="34" charset="0"/>
              <a:buChar char="•"/>
              <a:defRPr sz="3200">
                <a:solidFill>
                  <a:srgbClr val="002050">
                    <a:alpha val="99000"/>
                  </a:srgbClr>
                </a:solidFill>
                <a:latin typeface="Segoe UI Light" panose="020B0502040204020203" pitchFamily="34" charset="0"/>
                <a:cs typeface="Segoe UI Light" panose="020B0502040204020203" pitchFamily="34" charset="0"/>
              </a:defRPr>
            </a:lvl1pPr>
            <a:lvl2pPr marL="808038" indent="-344488">
              <a:lnSpc>
                <a:spcPct val="100000"/>
              </a:lnSpc>
              <a:spcBef>
                <a:spcPts val="400"/>
              </a:spcBef>
              <a:spcAft>
                <a:spcPts val="400"/>
              </a:spcAft>
              <a:buClr>
                <a:schemeClr val="tx1">
                  <a:lumMod val="75000"/>
                  <a:lumOff val="25000"/>
                </a:schemeClr>
              </a:buClr>
              <a:buSzPct val="85000"/>
              <a:buFont typeface="Segoe UI" pitchFamily="34" charset="0"/>
              <a:buChar char="–"/>
              <a:defRPr sz="2800">
                <a:solidFill>
                  <a:schemeClr val="tx1">
                    <a:alpha val="99000"/>
                  </a:schemeClr>
                </a:solidFill>
                <a:latin typeface="Segoe UI Light" panose="020B0502040204020203" pitchFamily="34" charset="0"/>
                <a:cs typeface="Segoe UI Light" panose="020B0502040204020203" pitchFamily="34" charset="0"/>
              </a:defRPr>
            </a:lvl2pPr>
            <a:lvl3pPr marL="1198563" indent="-342900">
              <a:lnSpc>
                <a:spcPct val="100000"/>
              </a:lnSpc>
              <a:spcBef>
                <a:spcPts val="200"/>
              </a:spcBef>
              <a:spcAft>
                <a:spcPts val="200"/>
              </a:spcAft>
              <a:buClr>
                <a:schemeClr val="tx1">
                  <a:lumMod val="75000"/>
                  <a:lumOff val="25000"/>
                </a:schemeClr>
              </a:buClr>
              <a:buSzPct val="85000"/>
              <a:buFont typeface="Courier New" pitchFamily="49" charset="0"/>
              <a:buChar char="o"/>
              <a:defRPr sz="1800">
                <a:solidFill>
                  <a:schemeClr val="tx1">
                    <a:alpha val="99000"/>
                  </a:schemeClr>
                </a:solidFill>
                <a:latin typeface="Segoe UI Light" panose="020B0502040204020203" pitchFamily="34" charset="0"/>
                <a:cs typeface="Segoe UI Light" panose="020B0502040204020203" pitchFamily="34" charset="0"/>
              </a:defRPr>
            </a:lvl3pPr>
            <a:lvl4pPr>
              <a:defRPr sz="2000"/>
            </a:lvl4pPr>
            <a:lvl5pPr>
              <a:defRPr sz="20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238757937"/>
      </p:ext>
    </p:extLst>
  </p:cSld>
  <p:clrMapOvr>
    <a:masterClrMapping/>
  </p:clrMapOvr>
  <p:transition>
    <p:fade/>
  </p:transition>
  <p:hf hd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8684376"/>
      </p:ext>
    </p:extLst>
  </p:cSld>
  <p:clrMapOvr>
    <a:masterClrMapping/>
  </p:clrMapOvr>
  <p:transition>
    <p:fade/>
  </p:transition>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Demo Slide">
    <p:bg>
      <p:bgPr>
        <a:solidFill>
          <a:srgbClr val="007233"/>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415744" y="4771506"/>
            <a:ext cx="10487627" cy="1604356"/>
          </a:xfrm>
          <a:prstGeom prst="rect">
            <a:avLst/>
          </a:prstGeom>
        </p:spPr>
        <p:txBody>
          <a:bodyPr anchor="ctr">
            <a:noAutofit/>
          </a:bodyPr>
          <a:lstStyle>
            <a:lvl1pPr marL="0" marR="0" indent="0" algn="l" defTabSz="914363" rtl="0" eaLnBrk="1" fontAlgn="auto" latinLnBrk="0" hangingPunct="1">
              <a:lnSpc>
                <a:spcPct val="90000"/>
              </a:lnSpc>
              <a:spcBef>
                <a:spcPts val="0"/>
              </a:spcBef>
              <a:spcAft>
                <a:spcPts val="0"/>
              </a:spcAft>
              <a:buClr>
                <a:srgbClr val="00DCFF"/>
              </a:buClr>
              <a:buSzPct val="90000"/>
              <a:buFont typeface="Arial" pitchFamily="34" charset="0"/>
              <a:buNone/>
              <a:tabLst/>
              <a:defRPr sz="2800" b="1" cap="all" baseline="0">
                <a:solidFill>
                  <a:schemeClr val="bg1">
                    <a:alpha val="99000"/>
                  </a:schemeClr>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b="0"/>
              <a:t>{Sample Code Location e.g., Codeshow.codeplex.com} </a:t>
            </a:r>
          </a:p>
          <a:p>
            <a:r>
              <a:rPr lang="en-US"/>
              <a:t>(</a:t>
            </a:r>
            <a:r>
              <a:rPr lang="en-US" err="1"/>
              <a:t>dEMO</a:t>
            </a:r>
            <a:r>
              <a:rPr lang="en-US"/>
              <a:t> NAME)</a:t>
            </a:r>
          </a:p>
        </p:txBody>
      </p:sp>
      <p:sp>
        <p:nvSpPr>
          <p:cNvPr id="10" name="Text Placeholder 9"/>
          <p:cNvSpPr>
            <a:spLocks noGrp="1"/>
          </p:cNvSpPr>
          <p:nvPr>
            <p:ph type="body" sz="quarter" idx="10" hasCustomPrompt="1"/>
          </p:nvPr>
        </p:nvSpPr>
        <p:spPr>
          <a:xfrm>
            <a:off x="415744" y="3117272"/>
            <a:ext cx="10723469" cy="1383983"/>
          </a:xfrm>
          <a:prstGeom prst="rect">
            <a:avLst/>
          </a:prstGeom>
        </p:spPr>
        <p:txBody>
          <a:bodyPr anchor="ctr"/>
          <a:lstStyle>
            <a:lvl1pPr algn="l">
              <a:defRPr sz="7200" baseline="0">
                <a:solidFill>
                  <a:schemeClr val="bg1">
                    <a:alpha val="99000"/>
                  </a:schemeClr>
                </a:solidFill>
                <a:latin typeface="Segoe UI Light" panose="020B0502040204020203" pitchFamily="34" charset="0"/>
                <a:cs typeface="Segoe UI Light" panose="020B0502040204020203" pitchFamily="34" charset="0"/>
              </a:defRPr>
            </a:lvl1pPr>
            <a:lvl2pPr>
              <a:defRPr sz="6000">
                <a:solidFill>
                  <a:schemeClr val="bg1">
                    <a:alpha val="99000"/>
                  </a:schemeClr>
                </a:solidFill>
                <a:latin typeface="+mj-lt"/>
              </a:defRPr>
            </a:lvl2pPr>
            <a:lvl3pPr>
              <a:defRPr sz="6000">
                <a:solidFill>
                  <a:schemeClr val="bg1">
                    <a:alpha val="99000"/>
                  </a:schemeClr>
                </a:solidFill>
                <a:latin typeface="+mj-lt"/>
              </a:defRPr>
            </a:lvl3pPr>
            <a:lvl4pPr>
              <a:defRPr sz="6000">
                <a:solidFill>
                  <a:schemeClr val="bg1">
                    <a:alpha val="99000"/>
                  </a:schemeClr>
                </a:solidFill>
                <a:latin typeface="+mj-lt"/>
              </a:defRPr>
            </a:lvl4pPr>
            <a:lvl5pPr>
              <a:defRPr sz="6000">
                <a:solidFill>
                  <a:schemeClr val="bg1">
                    <a:alpha val="99000"/>
                  </a:schemeClr>
                </a:solidFill>
                <a:latin typeface="+mj-lt"/>
              </a:defRPr>
            </a:lvl5pPr>
          </a:lstStyle>
          <a:p>
            <a:pPr lvl="0"/>
            <a:r>
              <a:rPr lang="en-US"/>
              <a:t>demo</a:t>
            </a:r>
          </a:p>
        </p:txBody>
      </p:sp>
    </p:spTree>
    <p:extLst>
      <p:ext uri="{BB962C8B-B14F-4D97-AF65-F5344CB8AC3E}">
        <p14:creationId xmlns:p14="http://schemas.microsoft.com/office/powerpoint/2010/main" val="1778323611"/>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Microsoft Slide">
    <p:bg>
      <p:bgPr>
        <a:solidFill>
          <a:srgbClr val="4668C5"/>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screen">
            <a:extLst>
              <a:ext uri="{28A0092B-C50C-407E-A947-70E740481C1C}">
                <a14:useLocalDpi xmlns:a14="http://schemas.microsoft.com/office/drawing/2010/main" val="0"/>
              </a:ext>
            </a:extLst>
          </a:blip>
          <a:srcRect l="9719"/>
          <a:stretch/>
        </p:blipFill>
        <p:spPr>
          <a:xfrm>
            <a:off x="512895" y="2922746"/>
            <a:ext cx="5769221" cy="2350013"/>
          </a:xfrm>
          <a:prstGeom prst="rect">
            <a:avLst/>
          </a:prstGeom>
        </p:spPr>
      </p:pic>
      <p:sp>
        <p:nvSpPr>
          <p:cNvPr id="9" name="Rectangle 2"/>
          <p:cNvSpPr>
            <a:spLocks noChangeArrowheads="1"/>
          </p:cNvSpPr>
          <p:nvPr userDrawn="1"/>
        </p:nvSpPr>
        <p:spPr bwMode="auto">
          <a:xfrm>
            <a:off x="530225" y="5960743"/>
            <a:ext cx="11081704" cy="738664"/>
          </a:xfrm>
          <a:prstGeom prst="rect">
            <a:avLst/>
          </a:prstGeom>
          <a:noFill/>
          <a:ln w="9525">
            <a:noFill/>
            <a:miter lim="800000"/>
            <a:headEnd/>
            <a:tailEnd/>
          </a:ln>
        </p:spPr>
        <p:txBody>
          <a:bodyPr wrap="square">
            <a:spAutoFit/>
          </a:bodyPr>
          <a:lstStyle/>
          <a:p>
            <a:pPr marL="0" lvl="1" defTabSz="914088">
              <a:defRPr/>
            </a:pPr>
            <a:r>
              <a:rPr lang="en-US" sz="1050">
                <a:solidFill>
                  <a:prstClr val="white">
                    <a:lumMod val="85000"/>
                  </a:prstClr>
                </a:solidFill>
                <a:latin typeface="Calibri"/>
              </a:rPr>
              <a:t>©2013 Microsoft Corporation. All rights reserved. Microsoft, Windows, Office, Azure, System Center, Dynamics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Tree>
    <p:extLst>
      <p:ext uri="{BB962C8B-B14F-4D97-AF65-F5344CB8AC3E}">
        <p14:creationId xmlns:p14="http://schemas.microsoft.com/office/powerpoint/2010/main" val="90649654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itle &amp; 2-color Non-bulleted text">
    <p:spTree>
      <p:nvGrpSpPr>
        <p:cNvPr id="1" name=""/>
        <p:cNvGrpSpPr/>
        <p:nvPr/>
      </p:nvGrpSpPr>
      <p:grpSpPr>
        <a:xfrm>
          <a:off x="0" y="0"/>
          <a:ext cx="0" cy="0"/>
          <a:chOff x="0" y="0"/>
          <a:chExt cx="0" cy="0"/>
        </a:xfrm>
      </p:grpSpPr>
      <p:sp>
        <p:nvSpPr>
          <p:cNvPr id="2" name="Title 1"/>
          <p:cNvSpPr>
            <a:spLocks noGrp="1"/>
          </p:cNvSpPr>
          <p:nvPr>
            <p:ph type="title"/>
          </p:nvPr>
        </p:nvSpPr>
        <p:spPr>
          <a:xfrm>
            <a:off x="269241" y="289512"/>
            <a:ext cx="11655840" cy="899665"/>
          </a:xfrm>
          <a:prstGeom prst="rect">
            <a:avLst/>
          </a:prstGeom>
        </p:spPr>
        <p:txBody>
          <a:bodyPr/>
          <a:lstStyle/>
          <a:p>
            <a:r>
              <a:rPr lang="en-US"/>
              <a:t>Click to edit Master title style</a:t>
            </a:r>
          </a:p>
        </p:txBody>
      </p:sp>
      <p:sp>
        <p:nvSpPr>
          <p:cNvPr id="4" name="Text Placeholder 3"/>
          <p:cNvSpPr>
            <a:spLocks noGrp="1"/>
          </p:cNvSpPr>
          <p:nvPr>
            <p:ph type="body" sz="quarter" idx="11"/>
          </p:nvPr>
        </p:nvSpPr>
        <p:spPr>
          <a:xfrm>
            <a:off x="269241" y="1189177"/>
            <a:ext cx="11655840" cy="2018835"/>
          </a:xfrm>
          <a:prstGeom prst="rect">
            <a:avLst/>
          </a:prstGeom>
        </p:spPr>
        <p:txBody>
          <a:bodyPr/>
          <a:lstStyle>
            <a:lvl1pPr marL="0" indent="0">
              <a:buNone/>
              <a:defRPr>
                <a:gradFill>
                  <a:gsLst>
                    <a:gs pos="2920">
                      <a:schemeClr val="tx2"/>
                    </a:gs>
                    <a:gs pos="39000">
                      <a:schemeClr val="tx2"/>
                    </a:gs>
                  </a:gsLst>
                  <a:lin ang="5400000" scaled="0"/>
                </a:gradFill>
              </a:defRPr>
            </a:lvl1pPr>
            <a:lvl2pPr marL="28006" indent="0">
              <a:buNone/>
              <a:defRPr sz="1960"/>
            </a:lvl2pPr>
            <a:lvl3pPr marL="219384" indent="0">
              <a:buNone/>
              <a:defRPr sz="1960"/>
            </a:lvl3pPr>
            <a:lvl4pPr marL="466773" indent="0">
              <a:buNone/>
              <a:defRPr sz="1764"/>
            </a:lvl4pPr>
            <a:lvl5pPr marL="725053" indent="0">
              <a:buNone/>
              <a:defRPr sz="1764"/>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85306857"/>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19249" y="228601"/>
            <a:ext cx="11151917" cy="747897"/>
          </a:xfrm>
          <a:prstGeom prst="rect">
            <a:avLst/>
          </a:prstGeom>
        </p:spPr>
        <p:txBody>
          <a:bodyPr/>
          <a:lstStyle>
            <a:lvl1pPr>
              <a:defRPr>
                <a:gradFill>
                  <a:gsLst>
                    <a:gs pos="1250">
                      <a:schemeClr val="tx2"/>
                    </a:gs>
                    <a:gs pos="100000">
                      <a:schemeClr val="tx2"/>
                    </a:gs>
                  </a:gsLst>
                  <a:lin ang="5400000" scaled="0"/>
                </a:gradFill>
              </a:defRPr>
            </a:lvl1pPr>
          </a:lstStyle>
          <a:p>
            <a:r>
              <a:rPr lang="en-US"/>
              <a:t>Click to edit Master title style</a:t>
            </a:r>
          </a:p>
        </p:txBody>
      </p:sp>
      <p:sp>
        <p:nvSpPr>
          <p:cNvPr id="4" name="Slide Number Placeholder 9"/>
          <p:cNvSpPr>
            <a:spLocks noGrp="1"/>
          </p:cNvSpPr>
          <p:nvPr>
            <p:ph type="sldNum" sz="quarter" idx="12"/>
          </p:nvPr>
        </p:nvSpPr>
        <p:spPr>
          <a:xfrm>
            <a:off x="520836" y="6399557"/>
            <a:ext cx="560832" cy="219456"/>
          </a:xfrm>
          <a:prstGeom prst="rect">
            <a:avLst/>
          </a:prstGeom>
        </p:spPr>
        <p:txBody>
          <a:bodyPr lIns="121875" tIns="60937" rIns="121875" bIns="60937" anchor="ctr"/>
          <a:lstStyle>
            <a:lvl1pPr algn="l">
              <a:defRPr sz="1600">
                <a:gradFill>
                  <a:gsLst>
                    <a:gs pos="100000">
                      <a:schemeClr val="bg2"/>
                    </a:gs>
                    <a:gs pos="0">
                      <a:schemeClr val="bg2"/>
                    </a:gs>
                  </a:gsLst>
                  <a:lin ang="5400000" scaled="0"/>
                </a:gradFill>
              </a:defRPr>
            </a:lvl1pPr>
          </a:lstStyle>
          <a:p>
            <a:fld id="{727B4C2D-45E2-4621-8491-2995EB46A674}" type="slidenum">
              <a:rPr lang="en-US" smtClean="0"/>
              <a:pPr/>
              <a:t>‹#›</a:t>
            </a:fld>
            <a:endParaRPr lang="en-US"/>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877051" y="6058732"/>
            <a:ext cx="2258135" cy="771590"/>
          </a:xfrm>
          <a:prstGeom prst="rect">
            <a:avLst/>
          </a:prstGeom>
        </p:spPr>
      </p:pic>
    </p:spTree>
    <p:extLst>
      <p:ext uri="{BB962C8B-B14F-4D97-AF65-F5344CB8AC3E}">
        <p14:creationId xmlns:p14="http://schemas.microsoft.com/office/powerpoint/2010/main" val="3324315285"/>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urse Title Layout">
    <p:bg>
      <p:bgPr>
        <a:solidFill>
          <a:srgbClr val="4668C5"/>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32403" y="2312127"/>
            <a:ext cx="11125821" cy="1933979"/>
          </a:xfrm>
          <a:prstGeom prst="rect">
            <a:avLst/>
          </a:prstGeom>
        </p:spPr>
        <p:txBody>
          <a:bodyPr anchor="ctr">
            <a:noAutofit/>
          </a:bodyPr>
          <a:lstStyle>
            <a:lvl1pPr algn="l">
              <a:lnSpc>
                <a:spcPct val="90000"/>
              </a:lnSpc>
              <a:defRPr sz="4800" spc="-150" baseline="0">
                <a:solidFill>
                  <a:schemeClr val="bg1">
                    <a:alpha val="99000"/>
                  </a:schemeClr>
                </a:solidFill>
                <a:latin typeface="Segoe UI Light" pitchFamily="34" charset="0"/>
              </a:defRPr>
            </a:lvl1pPr>
          </a:lstStyle>
          <a:p>
            <a:r>
              <a:rPr lang="en-US"/>
              <a:t>Course Title</a:t>
            </a:r>
          </a:p>
        </p:txBody>
      </p:sp>
      <p:sp>
        <p:nvSpPr>
          <p:cNvPr id="6" name="Subtitle 2"/>
          <p:cNvSpPr>
            <a:spLocks noGrp="1"/>
          </p:cNvSpPr>
          <p:nvPr>
            <p:ph type="subTitle" idx="1" hasCustomPrompt="1"/>
          </p:nvPr>
        </p:nvSpPr>
        <p:spPr>
          <a:xfrm>
            <a:off x="532404" y="4735774"/>
            <a:ext cx="6149261" cy="1878780"/>
          </a:xfrm>
          <a:prstGeom prst="rect">
            <a:avLst/>
          </a:prstGeom>
        </p:spPr>
        <p:txBody>
          <a:bodyPr>
            <a:noAutofit/>
          </a:bodyPr>
          <a:lstStyle>
            <a:lvl1pPr marL="0" indent="0" algn="l">
              <a:lnSpc>
                <a:spcPct val="90000"/>
              </a:lnSpc>
              <a:spcBef>
                <a:spcPts val="0"/>
              </a:spcBef>
              <a:buNone/>
              <a:defRPr sz="2400" b="1" cap="none" baseline="0">
                <a:solidFill>
                  <a:schemeClr val="bg1">
                    <a:lumMod val="95000"/>
                    <a:alpha val="99000"/>
                  </a:schemeClr>
                </a:solidFill>
                <a:latin typeface="Segoe UI Light" pitchFamily="34" charset="0"/>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Subtitle</a:t>
            </a:r>
          </a:p>
        </p:txBody>
      </p:sp>
      <p:sp>
        <p:nvSpPr>
          <p:cNvPr id="5" name="TextBox 4"/>
          <p:cNvSpPr txBox="1"/>
          <p:nvPr userDrawn="1"/>
        </p:nvSpPr>
        <p:spPr>
          <a:xfrm>
            <a:off x="8211520" y="189731"/>
            <a:ext cx="3692428" cy="369332"/>
          </a:xfrm>
          <a:prstGeom prst="rect">
            <a:avLst/>
          </a:prstGeom>
          <a:noFill/>
        </p:spPr>
        <p:txBody>
          <a:bodyPr wrap="square" lIns="0" tIns="0" rIns="0" bIns="0" rtlCol="0" anchor="ctr">
            <a:spAutoFit/>
          </a:bodyPr>
          <a:lstStyle/>
          <a:p>
            <a:pPr algn="ctr"/>
            <a:r>
              <a:rPr lang="en-US" sz="2400">
                <a:solidFill>
                  <a:schemeClr val="bg1">
                    <a:alpha val="99000"/>
                  </a:schemeClr>
                </a:solidFill>
              </a:rPr>
              <a:t>Microsoft</a:t>
            </a:r>
            <a:r>
              <a:rPr lang="en-US" sz="2400" baseline="0">
                <a:solidFill>
                  <a:schemeClr val="bg1">
                    <a:alpha val="99000"/>
                  </a:schemeClr>
                </a:solidFill>
              </a:rPr>
              <a:t> Virtual Academy</a:t>
            </a:r>
            <a:endParaRPr lang="en-US" sz="2400">
              <a:solidFill>
                <a:schemeClr val="bg1">
                  <a:alpha val="99000"/>
                </a:schemeClr>
              </a:solidFill>
            </a:endParaRPr>
          </a:p>
        </p:txBody>
      </p:sp>
    </p:spTree>
    <p:extLst>
      <p:ext uri="{BB962C8B-B14F-4D97-AF65-F5344CB8AC3E}">
        <p14:creationId xmlns:p14="http://schemas.microsoft.com/office/powerpoint/2010/main" val="3383351138"/>
      </p:ext>
    </p:extLst>
  </p:cSld>
  <p:clrMapOvr>
    <a:masterClrMapping/>
  </p:clrMapOvr>
  <p:transition>
    <p:fade/>
  </p:transition>
  <p:hf hdr="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Module Layout">
    <p:bg>
      <p:bgPr>
        <a:solidFill>
          <a:srgbClr val="4668C5"/>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46052" y="3775167"/>
            <a:ext cx="11357896" cy="1933979"/>
          </a:xfrm>
          <a:prstGeom prst="rect">
            <a:avLst/>
          </a:prstGeom>
        </p:spPr>
        <p:txBody>
          <a:bodyPr anchor="t" anchorCtr="0">
            <a:noAutofit/>
          </a:bodyPr>
          <a:lstStyle>
            <a:lvl1pPr algn="l">
              <a:lnSpc>
                <a:spcPct val="90000"/>
              </a:lnSpc>
              <a:defRPr sz="4800" spc="-150" baseline="0">
                <a:solidFill>
                  <a:schemeClr val="bg1">
                    <a:alpha val="99000"/>
                  </a:schemeClr>
                </a:solidFill>
                <a:latin typeface="Segoe UI Light" pitchFamily="34" charset="0"/>
              </a:defRPr>
            </a:lvl1pPr>
          </a:lstStyle>
          <a:p>
            <a:r>
              <a:rPr lang="en-US"/>
              <a:t>Module or Section transition style</a:t>
            </a:r>
          </a:p>
        </p:txBody>
      </p:sp>
      <p:sp>
        <p:nvSpPr>
          <p:cNvPr id="9" name="Subtitle 2"/>
          <p:cNvSpPr>
            <a:spLocks noGrp="1"/>
          </p:cNvSpPr>
          <p:nvPr>
            <p:ph type="subTitle" idx="1" hasCustomPrompt="1"/>
          </p:nvPr>
        </p:nvSpPr>
        <p:spPr>
          <a:xfrm>
            <a:off x="546052" y="2942705"/>
            <a:ext cx="11357896" cy="748146"/>
          </a:xfrm>
          <a:prstGeom prst="rect">
            <a:avLst/>
          </a:prstGeom>
        </p:spPr>
        <p:txBody>
          <a:bodyPr>
            <a:noAutofit/>
          </a:bodyPr>
          <a:lstStyle>
            <a:lvl1pPr marL="0" indent="0" algn="l">
              <a:lnSpc>
                <a:spcPct val="90000"/>
              </a:lnSpc>
              <a:spcBef>
                <a:spcPts val="0"/>
              </a:spcBef>
              <a:buNone/>
              <a:defRPr sz="2400" b="0" cap="none" baseline="0">
                <a:solidFill>
                  <a:schemeClr val="bg1">
                    <a:alpha val="99000"/>
                  </a:schemeClr>
                </a:solidFill>
                <a:latin typeface="Segoe UI Light" pitchFamily="34" charset="0"/>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Course Title Style</a:t>
            </a:r>
          </a:p>
        </p:txBody>
      </p:sp>
      <p:sp>
        <p:nvSpPr>
          <p:cNvPr id="5" name="TextBox 4"/>
          <p:cNvSpPr txBox="1"/>
          <p:nvPr userDrawn="1"/>
        </p:nvSpPr>
        <p:spPr>
          <a:xfrm>
            <a:off x="8211520" y="189731"/>
            <a:ext cx="3692428" cy="369332"/>
          </a:xfrm>
          <a:prstGeom prst="rect">
            <a:avLst/>
          </a:prstGeom>
          <a:noFill/>
        </p:spPr>
        <p:txBody>
          <a:bodyPr wrap="square" lIns="0" tIns="0" rIns="0" bIns="0" rtlCol="0" anchor="ctr">
            <a:spAutoFit/>
          </a:bodyPr>
          <a:lstStyle/>
          <a:p>
            <a:pPr algn="ctr"/>
            <a:r>
              <a:rPr lang="en-US" sz="2400">
                <a:solidFill>
                  <a:schemeClr val="bg1">
                    <a:alpha val="99000"/>
                  </a:schemeClr>
                </a:solidFill>
              </a:rPr>
              <a:t>Microsoft</a:t>
            </a:r>
            <a:r>
              <a:rPr lang="en-US" sz="2400" baseline="0">
                <a:solidFill>
                  <a:schemeClr val="bg1">
                    <a:alpha val="99000"/>
                  </a:schemeClr>
                </a:solidFill>
              </a:rPr>
              <a:t> Virtual Academy</a:t>
            </a:r>
            <a:endParaRPr lang="en-US" sz="2400">
              <a:solidFill>
                <a:schemeClr val="bg1">
                  <a:alpha val="99000"/>
                </a:schemeClr>
              </a:solidFill>
            </a:endParaRPr>
          </a:p>
        </p:txBody>
      </p:sp>
    </p:spTree>
    <p:extLst>
      <p:ext uri="{BB962C8B-B14F-4D97-AF65-F5344CB8AC3E}">
        <p14:creationId xmlns:p14="http://schemas.microsoft.com/office/powerpoint/2010/main" val="2198877689"/>
      </p:ext>
    </p:extLst>
  </p:cSld>
  <p:clrMapOvr>
    <a:masterClrMapping/>
  </p:clrMapOvr>
  <p:transition>
    <p:fade/>
  </p:transition>
  <p:hf hdr="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ection Title">
    <p:bg>
      <p:bgPr>
        <a:solidFill>
          <a:srgbClr val="4668C5"/>
        </a:solidFill>
        <a:effectLst/>
      </p:bgPr>
    </p:bg>
    <p:spTree>
      <p:nvGrpSpPr>
        <p:cNvPr id="1" name=""/>
        <p:cNvGrpSpPr/>
        <p:nvPr/>
      </p:nvGrpSpPr>
      <p:grpSpPr>
        <a:xfrm>
          <a:off x="0" y="0"/>
          <a:ext cx="0" cy="0"/>
          <a:chOff x="0" y="0"/>
          <a:chExt cx="0" cy="0"/>
        </a:xfrm>
      </p:grpSpPr>
      <p:sp>
        <p:nvSpPr>
          <p:cNvPr id="6" name="Title 7"/>
          <p:cNvSpPr>
            <a:spLocks noGrp="1"/>
          </p:cNvSpPr>
          <p:nvPr>
            <p:ph type="title" hasCustomPrompt="1"/>
          </p:nvPr>
        </p:nvSpPr>
        <p:spPr>
          <a:xfrm>
            <a:off x="1068241" y="424447"/>
            <a:ext cx="10054940" cy="1168379"/>
          </a:xfrm>
          <a:prstGeom prst="rect">
            <a:avLst/>
          </a:prstGeom>
        </p:spPr>
        <p:txBody>
          <a:bodyPr anchor="b"/>
          <a:lstStyle>
            <a:lvl1pPr marL="0" indent="0" algn="l" defTabSz="914363" rtl="0" eaLnBrk="1" latinLnBrk="0" hangingPunct="1">
              <a:lnSpc>
                <a:spcPct val="90000"/>
              </a:lnSpc>
              <a:spcBef>
                <a:spcPct val="20000"/>
              </a:spcBef>
              <a:buClr>
                <a:srgbClr val="00DCFF"/>
              </a:buClr>
              <a:buSzPct val="90000"/>
              <a:buFont typeface="Arial" pitchFamily="34" charset="0"/>
              <a:buNone/>
              <a:defRPr lang="en-US" sz="4200" kern="1200" spc="-150" dirty="0">
                <a:solidFill>
                  <a:schemeClr val="bg1"/>
                </a:solidFill>
                <a:latin typeface="Segoe UI Light" pitchFamily="34" charset="0"/>
                <a:ea typeface="+mn-ea"/>
                <a:cs typeface="Segoe UI Light" pitchFamily="34" charset="0"/>
              </a:defRPr>
            </a:lvl1pPr>
          </a:lstStyle>
          <a:p>
            <a:r>
              <a:rPr lang="en-US"/>
              <a:t>Statement</a:t>
            </a:r>
          </a:p>
        </p:txBody>
      </p:sp>
      <p:sp>
        <p:nvSpPr>
          <p:cNvPr id="7" name="Text Placeholder 2"/>
          <p:cNvSpPr>
            <a:spLocks noGrp="1"/>
          </p:cNvSpPr>
          <p:nvPr>
            <p:ph type="body" sz="quarter" idx="10" hasCustomPrompt="1"/>
          </p:nvPr>
        </p:nvSpPr>
        <p:spPr>
          <a:xfrm>
            <a:off x="1757821" y="1907084"/>
            <a:ext cx="8198397" cy="4379416"/>
          </a:xfrm>
          <a:prstGeom prst="rect">
            <a:avLst/>
          </a:prstGeom>
        </p:spPr>
        <p:txBody>
          <a:bodyPr/>
          <a:lstStyle>
            <a:lvl1pPr marL="0" indent="0">
              <a:spcBef>
                <a:spcPts val="1600"/>
              </a:spcBef>
              <a:buNone/>
              <a:defRPr sz="2400" baseline="0">
                <a:solidFill>
                  <a:schemeClr val="bg1"/>
                </a:solidFill>
              </a:defRPr>
            </a:lvl1pPr>
            <a:lvl2pPr>
              <a:defRPr sz="2400">
                <a:solidFill>
                  <a:srgbClr val="83B800">
                    <a:alpha val="99000"/>
                  </a:srgbClr>
                </a:solidFill>
              </a:defRPr>
            </a:lvl2pPr>
            <a:lvl3pPr>
              <a:defRPr sz="2400">
                <a:solidFill>
                  <a:srgbClr val="83B800">
                    <a:alpha val="99000"/>
                  </a:srgbClr>
                </a:solidFill>
              </a:defRPr>
            </a:lvl3pPr>
            <a:lvl4pPr>
              <a:defRPr sz="2400">
                <a:solidFill>
                  <a:srgbClr val="83B800">
                    <a:alpha val="99000"/>
                  </a:srgbClr>
                </a:solidFill>
              </a:defRPr>
            </a:lvl4pPr>
            <a:lvl5pPr>
              <a:defRPr sz="2400">
                <a:solidFill>
                  <a:srgbClr val="83B800">
                    <a:alpha val="99000"/>
                  </a:srgbClr>
                </a:solidFill>
              </a:defRPr>
            </a:lvl5pPr>
          </a:lstStyle>
          <a:p>
            <a:pPr lvl="0"/>
            <a:r>
              <a:rPr lang="en-US"/>
              <a:t>Point 1</a:t>
            </a:r>
          </a:p>
          <a:p>
            <a:pPr lvl="0"/>
            <a:r>
              <a:rPr lang="en-US"/>
              <a:t>Point 2</a:t>
            </a:r>
          </a:p>
          <a:p>
            <a:pPr lvl="0"/>
            <a:r>
              <a:rPr lang="en-US"/>
              <a:t>Point 3</a:t>
            </a:r>
          </a:p>
          <a:p>
            <a:pPr lvl="0"/>
            <a:r>
              <a:rPr lang="en-US"/>
              <a:t>Point 4</a:t>
            </a:r>
          </a:p>
          <a:p>
            <a:pPr lvl="0"/>
            <a:r>
              <a:rPr lang="en-US"/>
              <a:t>Point 5</a:t>
            </a:r>
          </a:p>
          <a:p>
            <a:pPr lvl="0"/>
            <a:r>
              <a:rPr lang="en-US"/>
              <a:t>Point 6</a:t>
            </a:r>
          </a:p>
          <a:p>
            <a:pPr lvl="0"/>
            <a:r>
              <a:rPr lang="en-US"/>
              <a:t>Point 7</a:t>
            </a:r>
          </a:p>
          <a:p>
            <a:pPr lvl="0"/>
            <a:r>
              <a:rPr lang="en-US"/>
              <a:t>Point 8</a:t>
            </a:r>
          </a:p>
        </p:txBody>
      </p:sp>
    </p:spTree>
    <p:extLst>
      <p:ext uri="{BB962C8B-B14F-4D97-AF65-F5344CB8AC3E}">
        <p14:creationId xmlns:p14="http://schemas.microsoft.com/office/powerpoint/2010/main" val="2499069228"/>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de Sample">
    <p:spTree>
      <p:nvGrpSpPr>
        <p:cNvPr id="1" name=""/>
        <p:cNvGrpSpPr/>
        <p:nvPr/>
      </p:nvGrpSpPr>
      <p:grpSpPr>
        <a:xfrm>
          <a:off x="0" y="0"/>
          <a:ext cx="0" cy="0"/>
          <a:chOff x="0" y="0"/>
          <a:chExt cx="0" cy="0"/>
        </a:xfrm>
      </p:grpSpPr>
      <p:sp>
        <p:nvSpPr>
          <p:cNvPr id="5" name="Text Placeholder 3"/>
          <p:cNvSpPr>
            <a:spLocks noGrp="1"/>
          </p:cNvSpPr>
          <p:nvPr>
            <p:ph type="body" sz="quarter" idx="10"/>
          </p:nvPr>
        </p:nvSpPr>
        <p:spPr>
          <a:xfrm>
            <a:off x="1180714" y="1645920"/>
            <a:ext cx="10777838" cy="4640580"/>
          </a:xfrm>
          <a:prstGeom prst="rect">
            <a:avLst/>
          </a:prstGeom>
        </p:spPr>
        <p:txBody>
          <a:bodyPr/>
          <a:lstStyle>
            <a:lvl1pPr>
              <a:defRPr>
                <a:solidFill>
                  <a:schemeClr val="tx1">
                    <a:alpha val="99000"/>
                  </a:schemeClr>
                </a:solidFill>
                <a:latin typeface="Consolas" panose="020B0609020204030204" pitchFamily="49" charset="0"/>
                <a:cs typeface="Consolas" panose="020B0609020204030204" pitchFamily="49" charset="0"/>
              </a:defRPr>
            </a:lvl1pPr>
          </a:lstStyle>
          <a:p>
            <a:r>
              <a:rPr lang="en-US">
                <a:latin typeface="Consolas" panose="020B0609020204030204" pitchFamily="49" charset="0"/>
                <a:cs typeface="Consolas" panose="020B0609020204030204" pitchFamily="49" charset="0"/>
              </a:rPr>
              <a:t>&lt;audio </a:t>
            </a:r>
            <a:r>
              <a:rPr lang="en-US" err="1">
                <a:latin typeface="Consolas" panose="020B0609020204030204" pitchFamily="49" charset="0"/>
                <a:cs typeface="Consolas" panose="020B0609020204030204" pitchFamily="49" charset="0"/>
              </a:rPr>
              <a:t>src</a:t>
            </a:r>
            <a:r>
              <a:rPr lang="en-US">
                <a:latin typeface="Consolas" panose="020B0609020204030204" pitchFamily="49" charset="0"/>
                <a:cs typeface="Consolas" panose="020B0609020204030204" pitchFamily="49" charset="0"/>
              </a:rPr>
              <a:t>=“some.mp3” controls&gt;&lt;/audio&gt;</a:t>
            </a:r>
          </a:p>
          <a:p>
            <a:r>
              <a:rPr lang="en-US">
                <a:latin typeface="Consolas" panose="020B0609020204030204" pitchFamily="49" charset="0"/>
                <a:cs typeface="Consolas" panose="020B0609020204030204" pitchFamily="49" charset="0"/>
              </a:rPr>
              <a:t>&lt;audio controls </a:t>
            </a:r>
            <a:r>
              <a:rPr lang="en-US" err="1">
                <a:latin typeface="Consolas" panose="020B0609020204030204" pitchFamily="49" charset="0"/>
                <a:cs typeface="Consolas" panose="020B0609020204030204" pitchFamily="49" charset="0"/>
              </a:rPr>
              <a:t>autoplay</a:t>
            </a:r>
            <a:r>
              <a:rPr lang="en-US">
                <a:latin typeface="Consolas" panose="020B0609020204030204" pitchFamily="49" charset="0"/>
                <a:cs typeface="Consolas" panose="020B0609020204030204" pitchFamily="49" charset="0"/>
              </a:rPr>
              <a:t> loop preload=“auto”&gt;</a:t>
            </a:r>
            <a:br>
              <a:rPr lang="en-US">
                <a:latin typeface="Consolas" panose="020B0609020204030204" pitchFamily="49" charset="0"/>
                <a:cs typeface="Consolas" panose="020B0609020204030204" pitchFamily="49" charset="0"/>
              </a:rPr>
            </a:br>
            <a:r>
              <a:rPr lang="en-US">
                <a:latin typeface="Consolas" panose="020B0609020204030204" pitchFamily="49" charset="0"/>
                <a:cs typeface="Consolas" panose="020B0609020204030204" pitchFamily="49" charset="0"/>
              </a:rPr>
              <a:t>   &lt;source </a:t>
            </a:r>
            <a:r>
              <a:rPr lang="en-US" err="1">
                <a:latin typeface="Consolas" panose="020B0609020204030204" pitchFamily="49" charset="0"/>
                <a:cs typeface="Consolas" panose="020B0609020204030204" pitchFamily="49" charset="0"/>
              </a:rPr>
              <a:t>src</a:t>
            </a:r>
            <a:r>
              <a:rPr lang="en-US">
                <a:latin typeface="Consolas" panose="020B0609020204030204" pitchFamily="49" charset="0"/>
                <a:cs typeface="Consolas" panose="020B0609020204030204" pitchFamily="49" charset="0"/>
              </a:rPr>
              <a:t>=“some.ogg” /&gt;</a:t>
            </a:r>
            <a:br>
              <a:rPr lang="en-US">
                <a:latin typeface="Consolas" panose="020B0609020204030204" pitchFamily="49" charset="0"/>
                <a:cs typeface="Consolas" panose="020B0609020204030204" pitchFamily="49" charset="0"/>
              </a:rPr>
            </a:br>
            <a:r>
              <a:rPr lang="en-US">
                <a:latin typeface="Consolas" panose="020B0609020204030204" pitchFamily="49" charset="0"/>
                <a:cs typeface="Consolas" panose="020B0609020204030204" pitchFamily="49" charset="0"/>
              </a:rPr>
              <a:t>   &lt;source </a:t>
            </a:r>
            <a:r>
              <a:rPr lang="en-US" err="1">
                <a:latin typeface="Consolas" panose="020B0609020204030204" pitchFamily="49" charset="0"/>
                <a:cs typeface="Consolas" panose="020B0609020204030204" pitchFamily="49" charset="0"/>
              </a:rPr>
              <a:t>src</a:t>
            </a:r>
            <a:r>
              <a:rPr lang="en-US">
                <a:latin typeface="Consolas" panose="020B0609020204030204" pitchFamily="49" charset="0"/>
                <a:cs typeface="Consolas" panose="020B0609020204030204" pitchFamily="49" charset="0"/>
              </a:rPr>
              <a:t>=“some.mp3” /&gt;</a:t>
            </a:r>
            <a:br>
              <a:rPr lang="en-US">
                <a:latin typeface="Consolas" panose="020B0609020204030204" pitchFamily="49" charset="0"/>
                <a:cs typeface="Consolas" panose="020B0609020204030204" pitchFamily="49" charset="0"/>
              </a:rPr>
            </a:br>
            <a:r>
              <a:rPr lang="en-US">
                <a:latin typeface="Consolas" panose="020B0609020204030204" pitchFamily="49" charset="0"/>
                <a:cs typeface="Consolas" panose="020B0609020204030204" pitchFamily="49" charset="0"/>
              </a:rPr>
              <a:t>   Your browser does not support audio!</a:t>
            </a:r>
            <a:br>
              <a:rPr lang="en-US">
                <a:latin typeface="Consolas" panose="020B0609020204030204" pitchFamily="49" charset="0"/>
                <a:cs typeface="Consolas" panose="020B0609020204030204" pitchFamily="49" charset="0"/>
              </a:rPr>
            </a:br>
            <a:r>
              <a:rPr lang="en-US">
                <a:latin typeface="Consolas" panose="020B0609020204030204" pitchFamily="49" charset="0"/>
                <a:cs typeface="Consolas" panose="020B0609020204030204" pitchFamily="49" charset="0"/>
              </a:rPr>
              <a:t>&lt;/audio&gt;</a:t>
            </a:r>
          </a:p>
        </p:txBody>
      </p:sp>
      <p:sp>
        <p:nvSpPr>
          <p:cNvPr id="6" name="Title 1"/>
          <p:cNvSpPr>
            <a:spLocks noGrp="1"/>
          </p:cNvSpPr>
          <p:nvPr>
            <p:ph type="title" hasCustomPrompt="1"/>
          </p:nvPr>
        </p:nvSpPr>
        <p:spPr>
          <a:xfrm>
            <a:off x="232816" y="157943"/>
            <a:ext cx="11725736" cy="1205345"/>
          </a:xfrm>
          <a:prstGeom prst="rect">
            <a:avLst/>
          </a:prstGeom>
        </p:spPr>
        <p:txBody>
          <a:bodyPr/>
          <a:lstStyle>
            <a:lvl1pPr>
              <a:defRPr sz="4000">
                <a:solidFill>
                  <a:schemeClr val="tx1">
                    <a:alpha val="98824"/>
                  </a:schemeClr>
                </a:solidFill>
                <a:latin typeface="Segoe UI Light" pitchFamily="34" charset="0"/>
              </a:defRPr>
            </a:lvl1pPr>
          </a:lstStyle>
          <a:p>
            <a:r>
              <a:rPr lang="en-US"/>
              <a:t>Click to edit Code Sample style</a:t>
            </a:r>
          </a:p>
        </p:txBody>
      </p:sp>
    </p:spTree>
    <p:extLst>
      <p:ext uri="{BB962C8B-B14F-4D97-AF65-F5344CB8AC3E}">
        <p14:creationId xmlns:p14="http://schemas.microsoft.com/office/powerpoint/2010/main" val="276663262"/>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232816" y="157943"/>
            <a:ext cx="11725736" cy="1205345"/>
          </a:xfrm>
          <a:prstGeom prst="rect">
            <a:avLst/>
          </a:prstGeom>
        </p:spPr>
        <p:txBody>
          <a:bodyPr/>
          <a:lstStyle>
            <a:lvl1pPr>
              <a:defRPr sz="4000">
                <a:solidFill>
                  <a:srgbClr val="002050"/>
                </a:solidFill>
                <a:latin typeface="Segoe UI Light" pitchFamily="34" charset="0"/>
              </a:defRPr>
            </a:lvl1pPr>
          </a:lstStyle>
          <a:p>
            <a:r>
              <a:rPr lang="en-US"/>
              <a:t>Click to edit Master title style</a:t>
            </a:r>
          </a:p>
        </p:txBody>
      </p:sp>
      <p:sp>
        <p:nvSpPr>
          <p:cNvPr id="4" name="Content Placeholder 3"/>
          <p:cNvSpPr>
            <a:spLocks noGrp="1"/>
          </p:cNvSpPr>
          <p:nvPr>
            <p:ph sz="quarter" idx="10"/>
          </p:nvPr>
        </p:nvSpPr>
        <p:spPr>
          <a:xfrm>
            <a:off x="436677" y="1487489"/>
            <a:ext cx="11536191" cy="5159375"/>
          </a:xfrm>
          <a:prstGeom prst="rect">
            <a:avLst/>
          </a:prstGeom>
        </p:spPr>
        <p:txBody>
          <a:bodyPr/>
          <a:lstStyle>
            <a:lvl1pPr marL="342900" indent="-342900">
              <a:lnSpc>
                <a:spcPct val="100000"/>
              </a:lnSpc>
              <a:spcBef>
                <a:spcPts val="1800"/>
              </a:spcBef>
              <a:buClr>
                <a:schemeClr val="accent1"/>
              </a:buClr>
              <a:buSzPct val="100000"/>
              <a:buFont typeface="Arial" pitchFamily="34" charset="0"/>
              <a:buChar char="•"/>
              <a:defRPr sz="3200">
                <a:solidFill>
                  <a:srgbClr val="002050">
                    <a:alpha val="99000"/>
                  </a:srgbClr>
                </a:solidFill>
                <a:latin typeface="Segoe UI Light" panose="020B0502040204020203" pitchFamily="34" charset="0"/>
                <a:cs typeface="Segoe UI Light" panose="020B0502040204020203" pitchFamily="34" charset="0"/>
              </a:defRPr>
            </a:lvl1pPr>
            <a:lvl2pPr marL="808038" indent="-344488">
              <a:lnSpc>
                <a:spcPct val="100000"/>
              </a:lnSpc>
              <a:spcBef>
                <a:spcPts val="400"/>
              </a:spcBef>
              <a:spcAft>
                <a:spcPts val="400"/>
              </a:spcAft>
              <a:buClr>
                <a:schemeClr val="tx1">
                  <a:lumMod val="75000"/>
                  <a:lumOff val="25000"/>
                </a:schemeClr>
              </a:buClr>
              <a:buSzPct val="85000"/>
              <a:buFont typeface="Segoe UI" pitchFamily="34" charset="0"/>
              <a:buChar char="–"/>
              <a:defRPr sz="2800">
                <a:solidFill>
                  <a:schemeClr val="tx1">
                    <a:alpha val="99000"/>
                  </a:schemeClr>
                </a:solidFill>
                <a:latin typeface="Segoe UI Light" panose="020B0502040204020203" pitchFamily="34" charset="0"/>
                <a:cs typeface="Segoe UI Light" panose="020B0502040204020203" pitchFamily="34" charset="0"/>
              </a:defRPr>
            </a:lvl2pPr>
            <a:lvl3pPr marL="1198563" indent="-342900">
              <a:lnSpc>
                <a:spcPct val="100000"/>
              </a:lnSpc>
              <a:spcBef>
                <a:spcPts val="200"/>
              </a:spcBef>
              <a:spcAft>
                <a:spcPts val="200"/>
              </a:spcAft>
              <a:buClr>
                <a:schemeClr val="tx1">
                  <a:lumMod val="75000"/>
                  <a:lumOff val="25000"/>
                </a:schemeClr>
              </a:buClr>
              <a:buSzPct val="85000"/>
              <a:buFont typeface="Courier New" pitchFamily="49" charset="0"/>
              <a:buChar char="o"/>
              <a:defRPr sz="1800">
                <a:solidFill>
                  <a:schemeClr val="tx1">
                    <a:alpha val="99000"/>
                  </a:schemeClr>
                </a:solidFill>
                <a:latin typeface="Segoe UI Light" panose="020B0502040204020203" pitchFamily="34" charset="0"/>
                <a:cs typeface="Segoe UI Light" panose="020B0502040204020203" pitchFamily="34" charset="0"/>
              </a:defRPr>
            </a:lvl3pPr>
            <a:lvl4pPr>
              <a:defRPr sz="2000"/>
            </a:lvl4pPr>
            <a:lvl5pPr>
              <a:defRPr sz="20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516969598"/>
      </p:ext>
    </p:extLst>
  </p:cSld>
  <p:clrMapOvr>
    <a:masterClrMapping/>
  </p:clrMapOvr>
  <p:transition>
    <p:fade/>
  </p:transition>
  <p:hf hdr="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950264"/>
      </p:ext>
    </p:extLst>
  </p:cSld>
  <p:clrMapOvr>
    <a:masterClrMapping/>
  </p:clrMapOvr>
  <p:transition>
    <p:fade/>
  </p:transition>
  <p:hf hdr="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Demo Slide">
    <p:bg>
      <p:bgPr>
        <a:solidFill>
          <a:srgbClr val="007233"/>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415744" y="4771506"/>
            <a:ext cx="10487627" cy="1604356"/>
          </a:xfrm>
          <a:prstGeom prst="rect">
            <a:avLst/>
          </a:prstGeom>
        </p:spPr>
        <p:txBody>
          <a:bodyPr anchor="ctr">
            <a:noAutofit/>
          </a:bodyPr>
          <a:lstStyle>
            <a:lvl1pPr marL="0" marR="0" indent="0" algn="l" defTabSz="914363" rtl="0" eaLnBrk="1" fontAlgn="auto" latinLnBrk="0" hangingPunct="1">
              <a:lnSpc>
                <a:spcPct val="90000"/>
              </a:lnSpc>
              <a:spcBef>
                <a:spcPts val="0"/>
              </a:spcBef>
              <a:spcAft>
                <a:spcPts val="0"/>
              </a:spcAft>
              <a:buClr>
                <a:srgbClr val="00DCFF"/>
              </a:buClr>
              <a:buSzPct val="90000"/>
              <a:buFont typeface="Arial" pitchFamily="34" charset="0"/>
              <a:buNone/>
              <a:tabLst/>
              <a:defRPr sz="2800" b="1" cap="all" baseline="0">
                <a:solidFill>
                  <a:schemeClr val="bg1">
                    <a:alpha val="99000"/>
                  </a:schemeClr>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b="0"/>
              <a:t>{Sample Code Location e.g., Codeshow.codeplex.com} </a:t>
            </a:r>
          </a:p>
          <a:p>
            <a:r>
              <a:rPr lang="en-US"/>
              <a:t>(</a:t>
            </a:r>
            <a:r>
              <a:rPr lang="en-US" err="1"/>
              <a:t>dEMO</a:t>
            </a:r>
            <a:r>
              <a:rPr lang="en-US"/>
              <a:t> NAME)</a:t>
            </a:r>
          </a:p>
        </p:txBody>
      </p:sp>
      <p:sp>
        <p:nvSpPr>
          <p:cNvPr id="10" name="Text Placeholder 9"/>
          <p:cNvSpPr>
            <a:spLocks noGrp="1"/>
          </p:cNvSpPr>
          <p:nvPr>
            <p:ph type="body" sz="quarter" idx="10" hasCustomPrompt="1"/>
          </p:nvPr>
        </p:nvSpPr>
        <p:spPr>
          <a:xfrm>
            <a:off x="415744" y="3117272"/>
            <a:ext cx="10723469" cy="1383983"/>
          </a:xfrm>
          <a:prstGeom prst="rect">
            <a:avLst/>
          </a:prstGeom>
        </p:spPr>
        <p:txBody>
          <a:bodyPr anchor="ctr"/>
          <a:lstStyle>
            <a:lvl1pPr algn="l">
              <a:defRPr sz="7200" baseline="0">
                <a:solidFill>
                  <a:schemeClr val="bg1">
                    <a:alpha val="99000"/>
                  </a:schemeClr>
                </a:solidFill>
                <a:latin typeface="Segoe UI Light" panose="020B0502040204020203" pitchFamily="34" charset="0"/>
                <a:cs typeface="Segoe UI Light" panose="020B0502040204020203" pitchFamily="34" charset="0"/>
              </a:defRPr>
            </a:lvl1pPr>
            <a:lvl2pPr>
              <a:defRPr sz="6000">
                <a:solidFill>
                  <a:schemeClr val="bg1">
                    <a:alpha val="99000"/>
                  </a:schemeClr>
                </a:solidFill>
                <a:latin typeface="+mj-lt"/>
              </a:defRPr>
            </a:lvl2pPr>
            <a:lvl3pPr>
              <a:defRPr sz="6000">
                <a:solidFill>
                  <a:schemeClr val="bg1">
                    <a:alpha val="99000"/>
                  </a:schemeClr>
                </a:solidFill>
                <a:latin typeface="+mj-lt"/>
              </a:defRPr>
            </a:lvl3pPr>
            <a:lvl4pPr>
              <a:defRPr sz="6000">
                <a:solidFill>
                  <a:schemeClr val="bg1">
                    <a:alpha val="99000"/>
                  </a:schemeClr>
                </a:solidFill>
                <a:latin typeface="+mj-lt"/>
              </a:defRPr>
            </a:lvl4pPr>
            <a:lvl5pPr>
              <a:defRPr sz="6000">
                <a:solidFill>
                  <a:schemeClr val="bg1">
                    <a:alpha val="99000"/>
                  </a:schemeClr>
                </a:solidFill>
                <a:latin typeface="+mj-lt"/>
              </a:defRPr>
            </a:lvl5pPr>
          </a:lstStyle>
          <a:p>
            <a:pPr lvl="0"/>
            <a:r>
              <a:rPr lang="en-US"/>
              <a:t>demo</a:t>
            </a:r>
          </a:p>
        </p:txBody>
      </p:sp>
    </p:spTree>
    <p:extLst>
      <p:ext uri="{BB962C8B-B14F-4D97-AF65-F5344CB8AC3E}">
        <p14:creationId xmlns:p14="http://schemas.microsoft.com/office/powerpoint/2010/main" val="4060631251"/>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Microsoft Slide">
    <p:bg>
      <p:bgPr>
        <a:solidFill>
          <a:srgbClr val="4668C5"/>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screen">
            <a:extLst>
              <a:ext uri="{28A0092B-C50C-407E-A947-70E740481C1C}">
                <a14:useLocalDpi xmlns:a14="http://schemas.microsoft.com/office/drawing/2010/main" val="0"/>
              </a:ext>
            </a:extLst>
          </a:blip>
          <a:srcRect l="9719"/>
          <a:stretch/>
        </p:blipFill>
        <p:spPr>
          <a:xfrm>
            <a:off x="512895" y="2922746"/>
            <a:ext cx="5769221" cy="2350013"/>
          </a:xfrm>
          <a:prstGeom prst="rect">
            <a:avLst/>
          </a:prstGeom>
        </p:spPr>
      </p:pic>
      <p:sp>
        <p:nvSpPr>
          <p:cNvPr id="9" name="Rectangle 2"/>
          <p:cNvSpPr>
            <a:spLocks noChangeArrowheads="1"/>
          </p:cNvSpPr>
          <p:nvPr userDrawn="1"/>
        </p:nvSpPr>
        <p:spPr bwMode="auto">
          <a:xfrm>
            <a:off x="530225" y="5960743"/>
            <a:ext cx="11081704" cy="738664"/>
          </a:xfrm>
          <a:prstGeom prst="rect">
            <a:avLst/>
          </a:prstGeom>
          <a:noFill/>
          <a:ln w="9525">
            <a:noFill/>
            <a:miter lim="800000"/>
            <a:headEnd/>
            <a:tailEnd/>
          </a:ln>
        </p:spPr>
        <p:txBody>
          <a:bodyPr wrap="square">
            <a:spAutoFit/>
          </a:bodyPr>
          <a:lstStyle/>
          <a:p>
            <a:pPr marL="0" lvl="1" defTabSz="914088">
              <a:defRPr/>
            </a:pPr>
            <a:r>
              <a:rPr lang="en-US" sz="1050">
                <a:solidFill>
                  <a:prstClr val="white">
                    <a:lumMod val="85000"/>
                  </a:prstClr>
                </a:solidFill>
                <a:latin typeface="Calibri"/>
              </a:rPr>
              <a:t>©2013 Microsoft Corporation. All rights reserved. Microsoft, Windows, Office, Azure, System Center, Dynamics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Tree>
    <p:extLst>
      <p:ext uri="{BB962C8B-B14F-4D97-AF65-F5344CB8AC3E}">
        <p14:creationId xmlns:p14="http://schemas.microsoft.com/office/powerpoint/2010/main" val="191360298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Title &amp; Non-bulleted text">
    <p:spTree>
      <p:nvGrpSpPr>
        <p:cNvPr id="1" name=""/>
        <p:cNvGrpSpPr/>
        <p:nvPr/>
      </p:nvGrpSpPr>
      <p:grpSpPr>
        <a:xfrm>
          <a:off x="0" y="0"/>
          <a:ext cx="0" cy="0"/>
          <a:chOff x="0" y="0"/>
          <a:chExt cx="0" cy="0"/>
        </a:xfrm>
      </p:grpSpPr>
      <p:sp>
        <p:nvSpPr>
          <p:cNvPr id="2" name="Title 1"/>
          <p:cNvSpPr>
            <a:spLocks noGrp="1"/>
          </p:cNvSpPr>
          <p:nvPr>
            <p:ph type="title"/>
          </p:nvPr>
        </p:nvSpPr>
        <p:spPr>
          <a:xfrm>
            <a:off x="269241" y="289512"/>
            <a:ext cx="11655840" cy="899665"/>
          </a:xfrm>
          <a:prstGeom prst="rect">
            <a:avLst/>
          </a:prstGeom>
        </p:spPr>
        <p:txBody>
          <a:bodyPr/>
          <a:lstStyle/>
          <a:p>
            <a:r>
              <a:rPr lang="en-US"/>
              <a:t>Click to edit Master title style</a:t>
            </a:r>
          </a:p>
        </p:txBody>
      </p:sp>
      <p:sp>
        <p:nvSpPr>
          <p:cNvPr id="4" name="Text Placeholder 3"/>
          <p:cNvSpPr>
            <a:spLocks noGrp="1"/>
          </p:cNvSpPr>
          <p:nvPr>
            <p:ph type="body" sz="quarter" idx="11"/>
          </p:nvPr>
        </p:nvSpPr>
        <p:spPr>
          <a:xfrm>
            <a:off x="269241" y="1189177"/>
            <a:ext cx="11655840" cy="2018835"/>
          </a:xfrm>
          <a:prstGeom prst="rect">
            <a:avLst/>
          </a:prstGeom>
        </p:spPr>
        <p:txBody>
          <a:bodyPr/>
          <a:lstStyle>
            <a:lvl1pPr marL="0" indent="0">
              <a:buNone/>
              <a:defRPr/>
            </a:lvl1pPr>
            <a:lvl2pPr marL="28006" indent="0">
              <a:buNone/>
              <a:defRPr sz="1960"/>
            </a:lvl2pPr>
            <a:lvl3pPr marL="219384" indent="0">
              <a:buNone/>
              <a:defRPr sz="1960"/>
            </a:lvl3pPr>
            <a:lvl4pPr marL="466773" indent="0">
              <a:buNone/>
              <a:defRPr sz="1764"/>
            </a:lvl4pPr>
            <a:lvl5pPr marL="725053" indent="0">
              <a:buNone/>
              <a:defRPr sz="1764"/>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3230850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5" Type="http://schemas.openxmlformats.org/officeDocument/2006/relationships/slideLayout" Target="../slideLayouts/slideLayout26.xml"/><Relationship Id="rId10" Type="http://schemas.openxmlformats.org/officeDocument/2006/relationships/theme" Target="../theme/theme3.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 name="Obraz 2">
            <a:extLst>
              <a:ext uri="{FF2B5EF4-FFF2-40B4-BE49-F238E27FC236}">
                <a16:creationId xmlns:a16="http://schemas.microsoft.com/office/drawing/2014/main" id="{BD3679AA-51E9-4A6E-9875-702B12A5543C}"/>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8089" y="0"/>
            <a:ext cx="12175821" cy="6858000"/>
          </a:xfrm>
          <a:prstGeom prst="rect">
            <a:avLst/>
          </a:prstGeom>
        </p:spPr>
      </p:pic>
    </p:spTree>
    <p:extLst>
      <p:ext uri="{BB962C8B-B14F-4D97-AF65-F5344CB8AC3E}">
        <p14:creationId xmlns:p14="http://schemas.microsoft.com/office/powerpoint/2010/main" val="414377873"/>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9" r:id="rId3"/>
    <p:sldLayoutId id="2147483653" r:id="rId4"/>
    <p:sldLayoutId id="2147483654" r:id="rId5"/>
    <p:sldLayoutId id="2147483655" r:id="rId6"/>
    <p:sldLayoutId id="2147483656" r:id="rId7"/>
    <p:sldLayoutId id="2147483657" r:id="rId8"/>
    <p:sldLayoutId id="2147483658" r:id="rId9"/>
    <p:sldLayoutId id="2147483661" r:id="rId10"/>
    <p:sldLayoutId id="214748366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ext Placeholder 6"/>
          <p:cNvSpPr txBox="1">
            <a:spLocks/>
          </p:cNvSpPr>
          <p:nvPr/>
        </p:nvSpPr>
        <p:spPr>
          <a:xfrm>
            <a:off x="1086121" y="6394624"/>
            <a:ext cx="11105879" cy="453392"/>
          </a:xfrm>
          <a:prstGeom prst="rect">
            <a:avLst/>
          </a:prstGeom>
        </p:spPr>
        <p:txBody>
          <a:bodyPr anchor="b"/>
          <a:lstStyle>
            <a:lvl1pPr marL="0" indent="0" algn="l" defTabSz="914363" rtl="0" eaLnBrk="1" latinLnBrk="0" hangingPunct="1">
              <a:lnSpc>
                <a:spcPct val="90000"/>
              </a:lnSpc>
              <a:spcBef>
                <a:spcPct val="20000"/>
              </a:spcBef>
              <a:buClr>
                <a:srgbClr val="00DCFF"/>
              </a:buClr>
              <a:buSzPct val="90000"/>
              <a:buFont typeface="Arial" pitchFamily="34" charset="0"/>
              <a:buNone/>
              <a:defRPr sz="2400" kern="1200" baseline="0">
                <a:solidFill>
                  <a:schemeClr val="tx1">
                    <a:lumMod val="75000"/>
                    <a:lumOff val="25000"/>
                    <a:alpha val="99000"/>
                  </a:schemeClr>
                </a:solidFill>
                <a:latin typeface="+mn-lt"/>
                <a:ea typeface="+mn-ea"/>
                <a:cs typeface="+mn-cs"/>
              </a:defRPr>
            </a:lvl1pPr>
            <a:lvl2pPr marL="460375" indent="0" algn="l" defTabSz="914363" rtl="0" eaLnBrk="1" latinLnBrk="0" hangingPunct="1">
              <a:lnSpc>
                <a:spcPct val="90000"/>
              </a:lnSpc>
              <a:spcBef>
                <a:spcPct val="20000"/>
              </a:spcBef>
              <a:buClr>
                <a:srgbClr val="00DCFF"/>
              </a:buClr>
              <a:buSzPct val="90000"/>
              <a:buFont typeface="Arial" pitchFamily="34" charset="0"/>
              <a:buNone/>
              <a:defRPr sz="2000" kern="1200">
                <a:solidFill>
                  <a:schemeClr val="tx1">
                    <a:lumMod val="75000"/>
                    <a:lumOff val="25000"/>
                    <a:alpha val="99000"/>
                  </a:schemeClr>
                </a:solidFill>
                <a:latin typeface="+mn-lt"/>
                <a:ea typeface="+mn-ea"/>
                <a:cs typeface="+mn-cs"/>
              </a:defRPr>
            </a:lvl2pPr>
            <a:lvl3pPr marL="855663" indent="0" algn="l" defTabSz="914363" rtl="0" eaLnBrk="1" latinLnBrk="0" hangingPunct="1">
              <a:lnSpc>
                <a:spcPct val="90000"/>
              </a:lnSpc>
              <a:spcBef>
                <a:spcPct val="20000"/>
              </a:spcBef>
              <a:buClr>
                <a:srgbClr val="00DCFF"/>
              </a:buClr>
              <a:buSzPct val="90000"/>
              <a:buFont typeface="Arial" pitchFamily="34" charset="0"/>
              <a:buNone/>
              <a:defRPr sz="1800" kern="1200">
                <a:solidFill>
                  <a:schemeClr val="tx1">
                    <a:lumMod val="75000"/>
                    <a:lumOff val="25000"/>
                    <a:alpha val="99000"/>
                  </a:schemeClr>
                </a:solidFill>
                <a:latin typeface="+mn-lt"/>
                <a:ea typeface="+mn-ea"/>
                <a:cs typeface="+mn-cs"/>
              </a:defRPr>
            </a:lvl3pPr>
            <a:lvl4pPr marL="1258888" indent="0" algn="l" defTabSz="914363" rtl="0" eaLnBrk="1" latinLnBrk="0" hangingPunct="1">
              <a:lnSpc>
                <a:spcPct val="90000"/>
              </a:lnSpc>
              <a:spcBef>
                <a:spcPct val="20000"/>
              </a:spcBef>
              <a:buClr>
                <a:srgbClr val="00DCFF"/>
              </a:buClr>
              <a:buSzPct val="90000"/>
              <a:buFont typeface="Arial" pitchFamily="34" charset="0"/>
              <a:buNone/>
              <a:defRPr sz="1600" kern="1200">
                <a:solidFill>
                  <a:schemeClr val="tx1">
                    <a:lumMod val="75000"/>
                    <a:lumOff val="25000"/>
                    <a:alpha val="99000"/>
                  </a:schemeClr>
                </a:solidFill>
                <a:latin typeface="+mn-lt"/>
                <a:ea typeface="+mn-ea"/>
                <a:cs typeface="+mn-cs"/>
              </a:defRPr>
            </a:lvl4pPr>
            <a:lvl5pPr marL="1604963" indent="0" algn="l" defTabSz="914363" rtl="0" eaLnBrk="1" latinLnBrk="0" hangingPunct="1">
              <a:lnSpc>
                <a:spcPct val="90000"/>
              </a:lnSpc>
              <a:spcBef>
                <a:spcPct val="20000"/>
              </a:spcBef>
              <a:buClr>
                <a:srgbClr val="00DCFF"/>
              </a:buClr>
              <a:buSzPct val="90000"/>
              <a:buFont typeface="Arial" pitchFamily="34" charset="0"/>
              <a:buNone/>
              <a:defRPr sz="1600" kern="1200">
                <a:solidFill>
                  <a:schemeClr val="tx1">
                    <a:lumMod val="75000"/>
                    <a:lumOff val="25000"/>
                    <a:alpha val="99000"/>
                  </a:schemeClr>
                </a:soli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r"/>
            <a:endParaRPr lang="en-US" sz="1600">
              <a:solidFill>
                <a:schemeClr val="bg1">
                  <a:lumMod val="75000"/>
                  <a:alpha val="99000"/>
                </a:schemeClr>
              </a:solidFill>
            </a:endParaRPr>
          </a:p>
        </p:txBody>
      </p:sp>
      <p:sp>
        <p:nvSpPr>
          <p:cNvPr id="3" name="Text Placeholder 6"/>
          <p:cNvSpPr txBox="1">
            <a:spLocks/>
          </p:cNvSpPr>
          <p:nvPr userDrawn="1"/>
        </p:nvSpPr>
        <p:spPr>
          <a:xfrm>
            <a:off x="1086121" y="6394624"/>
            <a:ext cx="11105879" cy="453392"/>
          </a:xfrm>
          <a:prstGeom prst="rect">
            <a:avLst/>
          </a:prstGeom>
        </p:spPr>
        <p:txBody>
          <a:bodyPr anchor="b"/>
          <a:lstStyle>
            <a:lvl1pPr marL="0" indent="0" algn="l" defTabSz="914363" rtl="0" eaLnBrk="1" latinLnBrk="0" hangingPunct="1">
              <a:lnSpc>
                <a:spcPct val="90000"/>
              </a:lnSpc>
              <a:spcBef>
                <a:spcPct val="20000"/>
              </a:spcBef>
              <a:buClr>
                <a:srgbClr val="00DCFF"/>
              </a:buClr>
              <a:buSzPct val="90000"/>
              <a:buFont typeface="Arial" pitchFamily="34" charset="0"/>
              <a:buNone/>
              <a:defRPr sz="2400" kern="1200" baseline="0">
                <a:solidFill>
                  <a:schemeClr val="tx1">
                    <a:lumMod val="75000"/>
                    <a:lumOff val="25000"/>
                    <a:alpha val="99000"/>
                  </a:schemeClr>
                </a:solidFill>
                <a:latin typeface="+mn-lt"/>
                <a:ea typeface="+mn-ea"/>
                <a:cs typeface="+mn-cs"/>
              </a:defRPr>
            </a:lvl1pPr>
            <a:lvl2pPr marL="460375" indent="0" algn="l" defTabSz="914363" rtl="0" eaLnBrk="1" latinLnBrk="0" hangingPunct="1">
              <a:lnSpc>
                <a:spcPct val="90000"/>
              </a:lnSpc>
              <a:spcBef>
                <a:spcPct val="20000"/>
              </a:spcBef>
              <a:buClr>
                <a:srgbClr val="00DCFF"/>
              </a:buClr>
              <a:buSzPct val="90000"/>
              <a:buFont typeface="Arial" pitchFamily="34" charset="0"/>
              <a:buNone/>
              <a:defRPr sz="2000" kern="1200">
                <a:solidFill>
                  <a:schemeClr val="tx1">
                    <a:lumMod val="75000"/>
                    <a:lumOff val="25000"/>
                    <a:alpha val="99000"/>
                  </a:schemeClr>
                </a:solidFill>
                <a:latin typeface="+mn-lt"/>
                <a:ea typeface="+mn-ea"/>
                <a:cs typeface="+mn-cs"/>
              </a:defRPr>
            </a:lvl2pPr>
            <a:lvl3pPr marL="855663" indent="0" algn="l" defTabSz="914363" rtl="0" eaLnBrk="1" latinLnBrk="0" hangingPunct="1">
              <a:lnSpc>
                <a:spcPct val="90000"/>
              </a:lnSpc>
              <a:spcBef>
                <a:spcPct val="20000"/>
              </a:spcBef>
              <a:buClr>
                <a:srgbClr val="00DCFF"/>
              </a:buClr>
              <a:buSzPct val="90000"/>
              <a:buFont typeface="Arial" pitchFamily="34" charset="0"/>
              <a:buNone/>
              <a:defRPr sz="1800" kern="1200">
                <a:solidFill>
                  <a:schemeClr val="tx1">
                    <a:lumMod val="75000"/>
                    <a:lumOff val="25000"/>
                    <a:alpha val="99000"/>
                  </a:schemeClr>
                </a:solidFill>
                <a:latin typeface="+mn-lt"/>
                <a:ea typeface="+mn-ea"/>
                <a:cs typeface="+mn-cs"/>
              </a:defRPr>
            </a:lvl3pPr>
            <a:lvl4pPr marL="1258888" indent="0" algn="l" defTabSz="914363" rtl="0" eaLnBrk="1" latinLnBrk="0" hangingPunct="1">
              <a:lnSpc>
                <a:spcPct val="90000"/>
              </a:lnSpc>
              <a:spcBef>
                <a:spcPct val="20000"/>
              </a:spcBef>
              <a:buClr>
                <a:srgbClr val="00DCFF"/>
              </a:buClr>
              <a:buSzPct val="90000"/>
              <a:buFont typeface="Arial" pitchFamily="34" charset="0"/>
              <a:buNone/>
              <a:defRPr sz="1600" kern="1200">
                <a:solidFill>
                  <a:schemeClr val="tx1">
                    <a:lumMod val="75000"/>
                    <a:lumOff val="25000"/>
                    <a:alpha val="99000"/>
                  </a:schemeClr>
                </a:solidFill>
                <a:latin typeface="+mn-lt"/>
                <a:ea typeface="+mn-ea"/>
                <a:cs typeface="+mn-cs"/>
              </a:defRPr>
            </a:lvl4pPr>
            <a:lvl5pPr marL="1604963" indent="0" algn="l" defTabSz="914363" rtl="0" eaLnBrk="1" latinLnBrk="0" hangingPunct="1">
              <a:lnSpc>
                <a:spcPct val="90000"/>
              </a:lnSpc>
              <a:spcBef>
                <a:spcPct val="20000"/>
              </a:spcBef>
              <a:buClr>
                <a:srgbClr val="00DCFF"/>
              </a:buClr>
              <a:buSzPct val="90000"/>
              <a:buFont typeface="Arial" pitchFamily="34" charset="0"/>
              <a:buNone/>
              <a:defRPr sz="1600" kern="1200">
                <a:solidFill>
                  <a:schemeClr val="tx1">
                    <a:lumMod val="75000"/>
                    <a:lumOff val="25000"/>
                    <a:alpha val="99000"/>
                  </a:schemeClr>
                </a:soli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r"/>
            <a:endParaRPr lang="en-US" sz="1600">
              <a:solidFill>
                <a:schemeClr val="bg1">
                  <a:lumMod val="75000"/>
                  <a:alpha val="99000"/>
                </a:schemeClr>
              </a:solidFill>
            </a:endParaRPr>
          </a:p>
        </p:txBody>
      </p:sp>
    </p:spTree>
    <p:extLst>
      <p:ext uri="{BB962C8B-B14F-4D97-AF65-F5344CB8AC3E}">
        <p14:creationId xmlns:p14="http://schemas.microsoft.com/office/powerpoint/2010/main" val="3920421867"/>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3" r:id="rId9"/>
    <p:sldLayoutId id="2147483674" r:id="rId10"/>
  </p:sldLayoutIdLst>
  <p:transition>
    <p:fade/>
  </p:transition>
  <p:hf hdr="0"/>
  <p:txStyles>
    <p:titleStyle>
      <a:lvl1pPr algn="l" defTabSz="914363" rtl="0" eaLnBrk="1" latinLnBrk="0" hangingPunct="1">
        <a:lnSpc>
          <a:spcPct val="90000"/>
        </a:lnSpc>
        <a:spcBef>
          <a:spcPct val="0"/>
        </a:spcBef>
        <a:buNone/>
        <a:defRPr lang="en-US" sz="4800" b="0" kern="1200" cap="none" spc="-200" baseline="0" dirty="0" smtClean="0">
          <a:ln w="3175">
            <a:noFill/>
          </a:ln>
          <a:solidFill>
            <a:schemeClr val="accent6">
              <a:alpha val="98824"/>
            </a:schemeClr>
          </a:solidFill>
          <a:effectLst/>
          <a:latin typeface="Segoe UI Light" pitchFamily="34" charset="0"/>
          <a:ea typeface="+mn-ea"/>
          <a:cs typeface="Arial" charset="0"/>
        </a:defRPr>
      </a:lvl1pPr>
    </p:titleStyle>
    <p:bodyStyle>
      <a:lvl1pPr marL="0" indent="0" algn="l" defTabSz="914363" rtl="0" eaLnBrk="1" latinLnBrk="0" hangingPunct="1">
        <a:lnSpc>
          <a:spcPct val="90000"/>
        </a:lnSpc>
        <a:spcBef>
          <a:spcPct val="20000"/>
        </a:spcBef>
        <a:buClr>
          <a:srgbClr val="00DCFF"/>
        </a:buClr>
        <a:buSzPct val="90000"/>
        <a:buFont typeface="Arial" pitchFamily="34" charset="0"/>
        <a:buNone/>
        <a:defRPr sz="2400" kern="1200">
          <a:solidFill>
            <a:schemeClr val="tx1">
              <a:lumMod val="75000"/>
              <a:lumOff val="25000"/>
              <a:alpha val="99000"/>
            </a:schemeClr>
          </a:solidFill>
          <a:latin typeface="+mn-lt"/>
          <a:ea typeface="+mn-ea"/>
          <a:cs typeface="+mn-cs"/>
        </a:defRPr>
      </a:lvl1pPr>
      <a:lvl2pPr marL="460375" indent="0" algn="l" defTabSz="914363" rtl="0" eaLnBrk="1" latinLnBrk="0" hangingPunct="1">
        <a:lnSpc>
          <a:spcPct val="90000"/>
        </a:lnSpc>
        <a:spcBef>
          <a:spcPct val="20000"/>
        </a:spcBef>
        <a:buClr>
          <a:srgbClr val="00DCFF"/>
        </a:buClr>
        <a:buSzPct val="90000"/>
        <a:buFont typeface="Arial" pitchFamily="34" charset="0"/>
        <a:buNone/>
        <a:defRPr sz="2000" kern="1200">
          <a:solidFill>
            <a:schemeClr val="tx1">
              <a:lumMod val="75000"/>
              <a:lumOff val="25000"/>
              <a:alpha val="99000"/>
            </a:schemeClr>
          </a:solidFill>
          <a:latin typeface="+mn-lt"/>
          <a:ea typeface="+mn-ea"/>
          <a:cs typeface="+mn-cs"/>
        </a:defRPr>
      </a:lvl2pPr>
      <a:lvl3pPr marL="855663" indent="0" algn="l" defTabSz="914363" rtl="0" eaLnBrk="1" latinLnBrk="0" hangingPunct="1">
        <a:lnSpc>
          <a:spcPct val="90000"/>
        </a:lnSpc>
        <a:spcBef>
          <a:spcPct val="20000"/>
        </a:spcBef>
        <a:buClr>
          <a:srgbClr val="00DCFF"/>
        </a:buClr>
        <a:buSzPct val="90000"/>
        <a:buFont typeface="Arial" pitchFamily="34" charset="0"/>
        <a:buNone/>
        <a:defRPr sz="1800" kern="1200">
          <a:solidFill>
            <a:schemeClr val="tx1">
              <a:lumMod val="75000"/>
              <a:lumOff val="25000"/>
              <a:alpha val="99000"/>
            </a:schemeClr>
          </a:solidFill>
          <a:latin typeface="+mn-lt"/>
          <a:ea typeface="+mn-ea"/>
          <a:cs typeface="+mn-cs"/>
        </a:defRPr>
      </a:lvl3pPr>
      <a:lvl4pPr marL="1258888" indent="0" algn="l" defTabSz="914363" rtl="0" eaLnBrk="1" latinLnBrk="0" hangingPunct="1">
        <a:lnSpc>
          <a:spcPct val="90000"/>
        </a:lnSpc>
        <a:spcBef>
          <a:spcPct val="20000"/>
        </a:spcBef>
        <a:buClr>
          <a:srgbClr val="00DCFF"/>
        </a:buClr>
        <a:buSzPct val="90000"/>
        <a:buFont typeface="Arial" pitchFamily="34" charset="0"/>
        <a:buNone/>
        <a:defRPr sz="1600" kern="1200">
          <a:solidFill>
            <a:schemeClr val="tx1">
              <a:lumMod val="75000"/>
              <a:lumOff val="25000"/>
              <a:alpha val="99000"/>
            </a:schemeClr>
          </a:solidFill>
          <a:latin typeface="+mn-lt"/>
          <a:ea typeface="+mn-ea"/>
          <a:cs typeface="+mn-cs"/>
        </a:defRPr>
      </a:lvl4pPr>
      <a:lvl5pPr marL="1604963" indent="0" algn="l" defTabSz="914363" rtl="0" eaLnBrk="1" latinLnBrk="0" hangingPunct="1">
        <a:lnSpc>
          <a:spcPct val="90000"/>
        </a:lnSpc>
        <a:spcBef>
          <a:spcPct val="20000"/>
        </a:spcBef>
        <a:buClr>
          <a:srgbClr val="00DCFF"/>
        </a:buClr>
        <a:buSzPct val="90000"/>
        <a:buFont typeface="Arial" pitchFamily="34" charset="0"/>
        <a:buNone/>
        <a:defRPr sz="1600" kern="1200">
          <a:solidFill>
            <a:schemeClr val="tx1">
              <a:lumMod val="75000"/>
              <a:lumOff val="25000"/>
              <a:alpha val="99000"/>
            </a:schemeClr>
          </a:soli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ext Placeholder 6"/>
          <p:cNvSpPr txBox="1">
            <a:spLocks/>
          </p:cNvSpPr>
          <p:nvPr/>
        </p:nvSpPr>
        <p:spPr>
          <a:xfrm>
            <a:off x="1086121" y="6394624"/>
            <a:ext cx="11105879" cy="453392"/>
          </a:xfrm>
          <a:prstGeom prst="rect">
            <a:avLst/>
          </a:prstGeom>
        </p:spPr>
        <p:txBody>
          <a:bodyPr anchor="b"/>
          <a:lstStyle>
            <a:lvl1pPr marL="0" indent="0" algn="l" defTabSz="914363" rtl="0" eaLnBrk="1" latinLnBrk="0" hangingPunct="1">
              <a:lnSpc>
                <a:spcPct val="90000"/>
              </a:lnSpc>
              <a:spcBef>
                <a:spcPct val="20000"/>
              </a:spcBef>
              <a:buClr>
                <a:srgbClr val="00DCFF"/>
              </a:buClr>
              <a:buSzPct val="90000"/>
              <a:buFont typeface="Arial" pitchFamily="34" charset="0"/>
              <a:buNone/>
              <a:defRPr sz="2400" kern="1200" baseline="0">
                <a:solidFill>
                  <a:schemeClr val="tx1">
                    <a:lumMod val="75000"/>
                    <a:lumOff val="25000"/>
                    <a:alpha val="99000"/>
                  </a:schemeClr>
                </a:solidFill>
                <a:latin typeface="+mn-lt"/>
                <a:ea typeface="+mn-ea"/>
                <a:cs typeface="+mn-cs"/>
              </a:defRPr>
            </a:lvl1pPr>
            <a:lvl2pPr marL="460375" indent="0" algn="l" defTabSz="914363" rtl="0" eaLnBrk="1" latinLnBrk="0" hangingPunct="1">
              <a:lnSpc>
                <a:spcPct val="90000"/>
              </a:lnSpc>
              <a:spcBef>
                <a:spcPct val="20000"/>
              </a:spcBef>
              <a:buClr>
                <a:srgbClr val="00DCFF"/>
              </a:buClr>
              <a:buSzPct val="90000"/>
              <a:buFont typeface="Arial" pitchFamily="34" charset="0"/>
              <a:buNone/>
              <a:defRPr sz="2000" kern="1200">
                <a:solidFill>
                  <a:schemeClr val="tx1">
                    <a:lumMod val="75000"/>
                    <a:lumOff val="25000"/>
                    <a:alpha val="99000"/>
                  </a:schemeClr>
                </a:solidFill>
                <a:latin typeface="+mn-lt"/>
                <a:ea typeface="+mn-ea"/>
                <a:cs typeface="+mn-cs"/>
              </a:defRPr>
            </a:lvl2pPr>
            <a:lvl3pPr marL="855663" indent="0" algn="l" defTabSz="914363" rtl="0" eaLnBrk="1" latinLnBrk="0" hangingPunct="1">
              <a:lnSpc>
                <a:spcPct val="90000"/>
              </a:lnSpc>
              <a:spcBef>
                <a:spcPct val="20000"/>
              </a:spcBef>
              <a:buClr>
                <a:srgbClr val="00DCFF"/>
              </a:buClr>
              <a:buSzPct val="90000"/>
              <a:buFont typeface="Arial" pitchFamily="34" charset="0"/>
              <a:buNone/>
              <a:defRPr sz="1800" kern="1200">
                <a:solidFill>
                  <a:schemeClr val="tx1">
                    <a:lumMod val="75000"/>
                    <a:lumOff val="25000"/>
                    <a:alpha val="99000"/>
                  </a:schemeClr>
                </a:solidFill>
                <a:latin typeface="+mn-lt"/>
                <a:ea typeface="+mn-ea"/>
                <a:cs typeface="+mn-cs"/>
              </a:defRPr>
            </a:lvl3pPr>
            <a:lvl4pPr marL="1258888" indent="0" algn="l" defTabSz="914363" rtl="0" eaLnBrk="1" latinLnBrk="0" hangingPunct="1">
              <a:lnSpc>
                <a:spcPct val="90000"/>
              </a:lnSpc>
              <a:spcBef>
                <a:spcPct val="20000"/>
              </a:spcBef>
              <a:buClr>
                <a:srgbClr val="00DCFF"/>
              </a:buClr>
              <a:buSzPct val="90000"/>
              <a:buFont typeface="Arial" pitchFamily="34" charset="0"/>
              <a:buNone/>
              <a:defRPr sz="1600" kern="1200">
                <a:solidFill>
                  <a:schemeClr val="tx1">
                    <a:lumMod val="75000"/>
                    <a:lumOff val="25000"/>
                    <a:alpha val="99000"/>
                  </a:schemeClr>
                </a:solidFill>
                <a:latin typeface="+mn-lt"/>
                <a:ea typeface="+mn-ea"/>
                <a:cs typeface="+mn-cs"/>
              </a:defRPr>
            </a:lvl4pPr>
            <a:lvl5pPr marL="1604963" indent="0" algn="l" defTabSz="914363" rtl="0" eaLnBrk="1" latinLnBrk="0" hangingPunct="1">
              <a:lnSpc>
                <a:spcPct val="90000"/>
              </a:lnSpc>
              <a:spcBef>
                <a:spcPct val="20000"/>
              </a:spcBef>
              <a:buClr>
                <a:srgbClr val="00DCFF"/>
              </a:buClr>
              <a:buSzPct val="90000"/>
              <a:buFont typeface="Arial" pitchFamily="34" charset="0"/>
              <a:buNone/>
              <a:defRPr sz="1600" kern="1200">
                <a:solidFill>
                  <a:schemeClr val="tx1">
                    <a:lumMod val="75000"/>
                    <a:lumOff val="25000"/>
                    <a:alpha val="99000"/>
                  </a:schemeClr>
                </a:soli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r"/>
            <a:endParaRPr lang="en-US" sz="1600">
              <a:solidFill>
                <a:schemeClr val="bg1">
                  <a:lumMod val="75000"/>
                  <a:alpha val="99000"/>
                </a:schemeClr>
              </a:solidFill>
            </a:endParaRPr>
          </a:p>
        </p:txBody>
      </p:sp>
      <p:sp>
        <p:nvSpPr>
          <p:cNvPr id="3" name="Text Placeholder 6"/>
          <p:cNvSpPr txBox="1">
            <a:spLocks/>
          </p:cNvSpPr>
          <p:nvPr userDrawn="1"/>
        </p:nvSpPr>
        <p:spPr>
          <a:xfrm>
            <a:off x="1086121" y="6394624"/>
            <a:ext cx="11105879" cy="453392"/>
          </a:xfrm>
          <a:prstGeom prst="rect">
            <a:avLst/>
          </a:prstGeom>
        </p:spPr>
        <p:txBody>
          <a:bodyPr anchor="b"/>
          <a:lstStyle>
            <a:lvl1pPr marL="0" indent="0" algn="l" defTabSz="914363" rtl="0" eaLnBrk="1" latinLnBrk="0" hangingPunct="1">
              <a:lnSpc>
                <a:spcPct val="90000"/>
              </a:lnSpc>
              <a:spcBef>
                <a:spcPct val="20000"/>
              </a:spcBef>
              <a:buClr>
                <a:srgbClr val="00DCFF"/>
              </a:buClr>
              <a:buSzPct val="90000"/>
              <a:buFont typeface="Arial" pitchFamily="34" charset="0"/>
              <a:buNone/>
              <a:defRPr sz="2400" kern="1200" baseline="0">
                <a:solidFill>
                  <a:schemeClr val="tx1">
                    <a:lumMod val="75000"/>
                    <a:lumOff val="25000"/>
                    <a:alpha val="99000"/>
                  </a:schemeClr>
                </a:solidFill>
                <a:latin typeface="+mn-lt"/>
                <a:ea typeface="+mn-ea"/>
                <a:cs typeface="+mn-cs"/>
              </a:defRPr>
            </a:lvl1pPr>
            <a:lvl2pPr marL="460375" indent="0" algn="l" defTabSz="914363" rtl="0" eaLnBrk="1" latinLnBrk="0" hangingPunct="1">
              <a:lnSpc>
                <a:spcPct val="90000"/>
              </a:lnSpc>
              <a:spcBef>
                <a:spcPct val="20000"/>
              </a:spcBef>
              <a:buClr>
                <a:srgbClr val="00DCFF"/>
              </a:buClr>
              <a:buSzPct val="90000"/>
              <a:buFont typeface="Arial" pitchFamily="34" charset="0"/>
              <a:buNone/>
              <a:defRPr sz="2000" kern="1200">
                <a:solidFill>
                  <a:schemeClr val="tx1">
                    <a:lumMod val="75000"/>
                    <a:lumOff val="25000"/>
                    <a:alpha val="99000"/>
                  </a:schemeClr>
                </a:solidFill>
                <a:latin typeface="+mn-lt"/>
                <a:ea typeface="+mn-ea"/>
                <a:cs typeface="+mn-cs"/>
              </a:defRPr>
            </a:lvl2pPr>
            <a:lvl3pPr marL="855663" indent="0" algn="l" defTabSz="914363" rtl="0" eaLnBrk="1" latinLnBrk="0" hangingPunct="1">
              <a:lnSpc>
                <a:spcPct val="90000"/>
              </a:lnSpc>
              <a:spcBef>
                <a:spcPct val="20000"/>
              </a:spcBef>
              <a:buClr>
                <a:srgbClr val="00DCFF"/>
              </a:buClr>
              <a:buSzPct val="90000"/>
              <a:buFont typeface="Arial" pitchFamily="34" charset="0"/>
              <a:buNone/>
              <a:defRPr sz="1800" kern="1200">
                <a:solidFill>
                  <a:schemeClr val="tx1">
                    <a:lumMod val="75000"/>
                    <a:lumOff val="25000"/>
                    <a:alpha val="99000"/>
                  </a:schemeClr>
                </a:solidFill>
                <a:latin typeface="+mn-lt"/>
                <a:ea typeface="+mn-ea"/>
                <a:cs typeface="+mn-cs"/>
              </a:defRPr>
            </a:lvl3pPr>
            <a:lvl4pPr marL="1258888" indent="0" algn="l" defTabSz="914363" rtl="0" eaLnBrk="1" latinLnBrk="0" hangingPunct="1">
              <a:lnSpc>
                <a:spcPct val="90000"/>
              </a:lnSpc>
              <a:spcBef>
                <a:spcPct val="20000"/>
              </a:spcBef>
              <a:buClr>
                <a:srgbClr val="00DCFF"/>
              </a:buClr>
              <a:buSzPct val="90000"/>
              <a:buFont typeface="Arial" pitchFamily="34" charset="0"/>
              <a:buNone/>
              <a:defRPr sz="1600" kern="1200">
                <a:solidFill>
                  <a:schemeClr val="tx1">
                    <a:lumMod val="75000"/>
                    <a:lumOff val="25000"/>
                    <a:alpha val="99000"/>
                  </a:schemeClr>
                </a:solidFill>
                <a:latin typeface="+mn-lt"/>
                <a:ea typeface="+mn-ea"/>
                <a:cs typeface="+mn-cs"/>
              </a:defRPr>
            </a:lvl4pPr>
            <a:lvl5pPr marL="1604963" indent="0" algn="l" defTabSz="914363" rtl="0" eaLnBrk="1" latinLnBrk="0" hangingPunct="1">
              <a:lnSpc>
                <a:spcPct val="90000"/>
              </a:lnSpc>
              <a:spcBef>
                <a:spcPct val="20000"/>
              </a:spcBef>
              <a:buClr>
                <a:srgbClr val="00DCFF"/>
              </a:buClr>
              <a:buSzPct val="90000"/>
              <a:buFont typeface="Arial" pitchFamily="34" charset="0"/>
              <a:buNone/>
              <a:defRPr sz="1600" kern="1200">
                <a:solidFill>
                  <a:schemeClr val="tx1">
                    <a:lumMod val="75000"/>
                    <a:lumOff val="25000"/>
                    <a:alpha val="99000"/>
                  </a:schemeClr>
                </a:soli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r"/>
            <a:endParaRPr lang="en-US" sz="1600">
              <a:solidFill>
                <a:schemeClr val="bg1">
                  <a:lumMod val="75000"/>
                  <a:alpha val="99000"/>
                </a:schemeClr>
              </a:solidFill>
            </a:endParaRPr>
          </a:p>
        </p:txBody>
      </p:sp>
    </p:spTree>
    <p:extLst>
      <p:ext uri="{BB962C8B-B14F-4D97-AF65-F5344CB8AC3E}">
        <p14:creationId xmlns:p14="http://schemas.microsoft.com/office/powerpoint/2010/main" val="2690404951"/>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5" r:id="rId9"/>
  </p:sldLayoutIdLst>
  <p:transition>
    <p:fade/>
  </p:transition>
  <p:hf hdr="0"/>
  <p:txStyles>
    <p:titleStyle>
      <a:lvl1pPr algn="l" defTabSz="914363" rtl="0" eaLnBrk="1" latinLnBrk="0" hangingPunct="1">
        <a:lnSpc>
          <a:spcPct val="90000"/>
        </a:lnSpc>
        <a:spcBef>
          <a:spcPct val="0"/>
        </a:spcBef>
        <a:buNone/>
        <a:defRPr lang="en-US" sz="4800" b="0" kern="1200" cap="none" spc="-200" baseline="0" dirty="0" smtClean="0">
          <a:ln w="3175">
            <a:noFill/>
          </a:ln>
          <a:solidFill>
            <a:schemeClr val="accent6">
              <a:alpha val="98824"/>
            </a:schemeClr>
          </a:solidFill>
          <a:effectLst/>
          <a:latin typeface="Segoe UI Light" pitchFamily="34" charset="0"/>
          <a:ea typeface="+mn-ea"/>
          <a:cs typeface="Arial" charset="0"/>
        </a:defRPr>
      </a:lvl1pPr>
    </p:titleStyle>
    <p:bodyStyle>
      <a:lvl1pPr marL="0" indent="0" algn="l" defTabSz="914363" rtl="0" eaLnBrk="1" latinLnBrk="0" hangingPunct="1">
        <a:lnSpc>
          <a:spcPct val="90000"/>
        </a:lnSpc>
        <a:spcBef>
          <a:spcPct val="20000"/>
        </a:spcBef>
        <a:buClr>
          <a:srgbClr val="00DCFF"/>
        </a:buClr>
        <a:buSzPct val="90000"/>
        <a:buFont typeface="Arial" pitchFamily="34" charset="0"/>
        <a:buNone/>
        <a:defRPr sz="2400" kern="1200">
          <a:solidFill>
            <a:schemeClr val="tx1">
              <a:lumMod val="75000"/>
              <a:lumOff val="25000"/>
              <a:alpha val="99000"/>
            </a:schemeClr>
          </a:solidFill>
          <a:latin typeface="+mn-lt"/>
          <a:ea typeface="+mn-ea"/>
          <a:cs typeface="+mn-cs"/>
        </a:defRPr>
      </a:lvl1pPr>
      <a:lvl2pPr marL="460375" indent="0" algn="l" defTabSz="914363" rtl="0" eaLnBrk="1" latinLnBrk="0" hangingPunct="1">
        <a:lnSpc>
          <a:spcPct val="90000"/>
        </a:lnSpc>
        <a:spcBef>
          <a:spcPct val="20000"/>
        </a:spcBef>
        <a:buClr>
          <a:srgbClr val="00DCFF"/>
        </a:buClr>
        <a:buSzPct val="90000"/>
        <a:buFont typeface="Arial" pitchFamily="34" charset="0"/>
        <a:buNone/>
        <a:defRPr sz="2000" kern="1200">
          <a:solidFill>
            <a:schemeClr val="tx1">
              <a:lumMod val="75000"/>
              <a:lumOff val="25000"/>
              <a:alpha val="99000"/>
            </a:schemeClr>
          </a:solidFill>
          <a:latin typeface="+mn-lt"/>
          <a:ea typeface="+mn-ea"/>
          <a:cs typeface="+mn-cs"/>
        </a:defRPr>
      </a:lvl2pPr>
      <a:lvl3pPr marL="855663" indent="0" algn="l" defTabSz="914363" rtl="0" eaLnBrk="1" latinLnBrk="0" hangingPunct="1">
        <a:lnSpc>
          <a:spcPct val="90000"/>
        </a:lnSpc>
        <a:spcBef>
          <a:spcPct val="20000"/>
        </a:spcBef>
        <a:buClr>
          <a:srgbClr val="00DCFF"/>
        </a:buClr>
        <a:buSzPct val="90000"/>
        <a:buFont typeface="Arial" pitchFamily="34" charset="0"/>
        <a:buNone/>
        <a:defRPr sz="1800" kern="1200">
          <a:solidFill>
            <a:schemeClr val="tx1">
              <a:lumMod val="75000"/>
              <a:lumOff val="25000"/>
              <a:alpha val="99000"/>
            </a:schemeClr>
          </a:solidFill>
          <a:latin typeface="+mn-lt"/>
          <a:ea typeface="+mn-ea"/>
          <a:cs typeface="+mn-cs"/>
        </a:defRPr>
      </a:lvl3pPr>
      <a:lvl4pPr marL="1258888" indent="0" algn="l" defTabSz="914363" rtl="0" eaLnBrk="1" latinLnBrk="0" hangingPunct="1">
        <a:lnSpc>
          <a:spcPct val="90000"/>
        </a:lnSpc>
        <a:spcBef>
          <a:spcPct val="20000"/>
        </a:spcBef>
        <a:buClr>
          <a:srgbClr val="00DCFF"/>
        </a:buClr>
        <a:buSzPct val="90000"/>
        <a:buFont typeface="Arial" pitchFamily="34" charset="0"/>
        <a:buNone/>
        <a:defRPr sz="1600" kern="1200">
          <a:solidFill>
            <a:schemeClr val="tx1">
              <a:lumMod val="75000"/>
              <a:lumOff val="25000"/>
              <a:alpha val="99000"/>
            </a:schemeClr>
          </a:solidFill>
          <a:latin typeface="+mn-lt"/>
          <a:ea typeface="+mn-ea"/>
          <a:cs typeface="+mn-cs"/>
        </a:defRPr>
      </a:lvl4pPr>
      <a:lvl5pPr marL="1604963" indent="0" algn="l" defTabSz="914363" rtl="0" eaLnBrk="1" latinLnBrk="0" hangingPunct="1">
        <a:lnSpc>
          <a:spcPct val="90000"/>
        </a:lnSpc>
        <a:spcBef>
          <a:spcPct val="20000"/>
        </a:spcBef>
        <a:buClr>
          <a:srgbClr val="00DCFF"/>
        </a:buClr>
        <a:buSzPct val="90000"/>
        <a:buFont typeface="Arial" pitchFamily="34" charset="0"/>
        <a:buNone/>
        <a:defRPr sz="1600" kern="1200">
          <a:solidFill>
            <a:schemeClr val="tx1">
              <a:lumMod val="75000"/>
              <a:lumOff val="25000"/>
              <a:alpha val="99000"/>
            </a:schemeClr>
          </a:soli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29.gif"/><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9.xml"/></Relationships>
</file>

<file path=ppt/slides/_rels/slide5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9.xml"/></Relationships>
</file>

<file path=ppt/slides/_rels/slide6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9.xml"/></Relationships>
</file>

<file path=ppt/slides/_rels/slide6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4.xml"/><Relationship Id="rId4" Type="http://schemas.openxmlformats.org/officeDocument/2006/relationships/image" Target="../media/image52.png"/></Relationships>
</file>

<file path=ppt/slides/_rels/slide7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9.xml"/></Relationships>
</file>

<file path=ppt/slides/_rels/slide7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9.xml"/></Relationships>
</file>

<file path=ppt/slides/_rels/slide7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9.xml"/></Relationships>
</file>

<file path=ppt/slides/_rels/slide8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9.xml"/></Relationships>
</file>

<file path=ppt/slides/_rels/slide82.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9.xml"/></Relationships>
</file>

<file path=ppt/slides/_rels/slide83.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9.xml"/></Relationships>
</file>

<file path=ppt/slides/_rels/slide84.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9.xml"/></Relationships>
</file>

<file path=ppt/slides/_rels/slide8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9.xml"/><Relationship Id="rId5" Type="http://schemas.openxmlformats.org/officeDocument/2006/relationships/image" Target="../media/image63.png"/><Relationship Id="rId4" Type="http://schemas.openxmlformats.org/officeDocument/2006/relationships/image" Target="../media/image62.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7.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9.xml"/></Relationships>
</file>

<file path=ppt/slides/_rels/slide9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9.xml"/></Relationships>
</file>

<file path=ppt/slides/_rels/slide92.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9.xml"/></Relationships>
</file>

<file path=ppt/slides/_rels/slide95.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4.xml"/></Relationships>
</file>

<file path=ppt/slides/_rels/slide96.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4.xml"/></Relationships>
</file>

<file path=ppt/slides/_rels/slide98.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9.xml"/></Relationships>
</file>

<file path=ppt/slides/_rels/slide100.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jpeg"/><Relationship Id="rId1" Type="http://schemas.openxmlformats.org/officeDocument/2006/relationships/slideLayout" Target="../slideLayouts/slideLayout4.xml"/></Relationships>
</file>

<file path=ppt/slides/_rels/slide101.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3" Type="http://schemas.openxmlformats.org/officeDocument/2006/relationships/hyperlink" Target="https://learn.microsoft.com/en-us/viva/microsoft-viva-overview#viva-engage" TargetMode="External"/><Relationship Id="rId7" Type="http://schemas.openxmlformats.org/officeDocument/2006/relationships/hyperlink" Target="https://learn.microsoft.com/en-us/viva/microsoft-viva-overview#viva-glint" TargetMode="External"/><Relationship Id="rId2" Type="http://schemas.openxmlformats.org/officeDocument/2006/relationships/hyperlink" Target="https://learn.microsoft.com/en-us/viva/microsoft-viva-overview#viva-amplify" TargetMode="External"/><Relationship Id="rId1" Type="http://schemas.openxmlformats.org/officeDocument/2006/relationships/slideLayout" Target="../slideLayouts/slideLayout4.xml"/><Relationship Id="rId6" Type="http://schemas.openxmlformats.org/officeDocument/2006/relationships/hyperlink" Target="https://learn.microsoft.com/en-us/viva/microsoft-viva-overview#viva-pulse" TargetMode="External"/><Relationship Id="rId5" Type="http://schemas.openxmlformats.org/officeDocument/2006/relationships/hyperlink" Target="https://learn.microsoft.com/en-us/viva/microsoft-viva-overview#viva-insights" TargetMode="External"/><Relationship Id="rId4" Type="http://schemas.openxmlformats.org/officeDocument/2006/relationships/hyperlink" Target="https://learn.microsoft.com/en-us/viva/microsoft-viva-overview#viva-connections" TargetMode="External"/></Relationships>
</file>

<file path=ppt/slides/_rels/slide103.xml.rels><?xml version="1.0" encoding="UTF-8" standalone="yes"?>
<Relationships xmlns="http://schemas.openxmlformats.org/package/2006/relationships"><Relationship Id="rId3" Type="http://schemas.openxmlformats.org/officeDocument/2006/relationships/hyperlink" Target="https://learn.microsoft.com/en-us/viva/microsoft-viva-overview#viva-goals" TargetMode="External"/><Relationship Id="rId2" Type="http://schemas.openxmlformats.org/officeDocument/2006/relationships/hyperlink" Target="https://learn.microsoft.com/en-us/viva/microsoft-viva-overview#viva-learning" TargetMode="External"/><Relationship Id="rId1" Type="http://schemas.openxmlformats.org/officeDocument/2006/relationships/slideLayout" Target="../slideLayouts/slideLayout4.xml"/></Relationships>
</file>

<file path=ppt/slides/_rels/slide104.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80.png"/><Relationship Id="rId5" Type="http://schemas.openxmlformats.org/officeDocument/2006/relationships/image" Target="../media/image79.jpeg"/><Relationship Id="rId4" Type="http://schemas.openxmlformats.org/officeDocument/2006/relationships/image" Target="../media/image78.png"/></Relationships>
</file>

<file path=ppt/slides/_rels/slide105.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78.png"/><Relationship Id="rId1" Type="http://schemas.openxmlformats.org/officeDocument/2006/relationships/slideLayout" Target="../slideLayouts/slideLayout4.xml"/></Relationships>
</file>

<file path=ppt/slides/_rels/slide10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9.xml"/></Relationships>
</file>

<file path=ppt/slides/_rels/slide107.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4.xml"/></Relationships>
</file>

<file path=ppt/slides/_rels/slide108.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4.xml"/></Relationships>
</file>

<file path=ppt/slides/_rels/slide109.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4.xml"/></Relationships>
</file>

<file path=ppt/slides/_rels/slide1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ole tekstowe 1">
            <a:extLst>
              <a:ext uri="{FF2B5EF4-FFF2-40B4-BE49-F238E27FC236}">
                <a16:creationId xmlns:a16="http://schemas.microsoft.com/office/drawing/2014/main" id="{EA746C6B-97E7-8043-965A-7E05DEAFF74D}"/>
              </a:ext>
            </a:extLst>
          </p:cNvPr>
          <p:cNvSpPr txBox="1"/>
          <p:nvPr/>
        </p:nvSpPr>
        <p:spPr>
          <a:xfrm>
            <a:off x="877329" y="3663778"/>
            <a:ext cx="11147893" cy="769441"/>
          </a:xfrm>
          <a:prstGeom prst="rect">
            <a:avLst/>
          </a:prstGeom>
          <a:noFill/>
        </p:spPr>
        <p:txBody>
          <a:bodyPr wrap="square" lIns="91440" tIns="45720" rIns="91440" bIns="45720" rtlCol="0" anchor="t">
            <a:spAutoFit/>
          </a:bodyPr>
          <a:lstStyle/>
          <a:p>
            <a:r>
              <a:rPr lang="pl-PL" sz="4400" b="1" err="1">
                <a:solidFill>
                  <a:schemeClr val="bg1"/>
                </a:solidFill>
              </a:rPr>
              <a:t>Configuring</a:t>
            </a:r>
            <a:r>
              <a:rPr lang="pl-PL" sz="4400" b="1">
                <a:solidFill>
                  <a:schemeClr val="bg1"/>
                </a:solidFill>
              </a:rPr>
              <a:t> and </a:t>
            </a:r>
            <a:r>
              <a:rPr lang="pl-PL" sz="4400" b="1" err="1">
                <a:solidFill>
                  <a:schemeClr val="bg1"/>
                </a:solidFill>
              </a:rPr>
              <a:t>Managing</a:t>
            </a:r>
            <a:r>
              <a:rPr lang="pl-PL" sz="4400" b="1">
                <a:solidFill>
                  <a:schemeClr val="bg1"/>
                </a:solidFill>
              </a:rPr>
              <a:t> </a:t>
            </a:r>
            <a:r>
              <a:rPr lang="pl-PL" sz="4400" b="1" err="1">
                <a:solidFill>
                  <a:schemeClr val="bg1"/>
                </a:solidFill>
              </a:rPr>
              <a:t>Sharepoint</a:t>
            </a:r>
            <a:r>
              <a:rPr lang="pl-PL" sz="4400" b="1">
                <a:solidFill>
                  <a:schemeClr val="bg1"/>
                </a:solidFill>
              </a:rPr>
              <a:t> Online</a:t>
            </a:r>
          </a:p>
        </p:txBody>
      </p:sp>
      <p:sp>
        <p:nvSpPr>
          <p:cNvPr id="3" name="pole tekstowe 2">
            <a:extLst>
              <a:ext uri="{FF2B5EF4-FFF2-40B4-BE49-F238E27FC236}">
                <a16:creationId xmlns:a16="http://schemas.microsoft.com/office/drawing/2014/main" id="{E7DA01E6-71AD-2442-A4F7-5350C6C7CA1E}"/>
              </a:ext>
            </a:extLst>
          </p:cNvPr>
          <p:cNvSpPr txBox="1"/>
          <p:nvPr/>
        </p:nvSpPr>
        <p:spPr>
          <a:xfrm>
            <a:off x="877330" y="4532073"/>
            <a:ext cx="10437340" cy="523220"/>
          </a:xfrm>
          <a:prstGeom prst="rect">
            <a:avLst/>
          </a:prstGeom>
          <a:noFill/>
        </p:spPr>
        <p:txBody>
          <a:bodyPr wrap="square" rtlCol="0">
            <a:spAutoFit/>
          </a:bodyPr>
          <a:lstStyle/>
          <a:p>
            <a:r>
              <a:rPr lang="pl-PL" sz="2800" b="1">
                <a:solidFill>
                  <a:schemeClr val="bg1"/>
                </a:solidFill>
              </a:rPr>
              <a:t>Spotkanie poprowadzi: Arkadiusz Strzeżek i Maciej Skibicki</a:t>
            </a:r>
            <a:endParaRPr lang="pl-PL" sz="2800">
              <a:solidFill>
                <a:schemeClr val="bg1"/>
              </a:solidFill>
            </a:endParaRPr>
          </a:p>
        </p:txBody>
      </p:sp>
      <p:sp>
        <p:nvSpPr>
          <p:cNvPr id="4" name="pole tekstowe 3">
            <a:extLst>
              <a:ext uri="{FF2B5EF4-FFF2-40B4-BE49-F238E27FC236}">
                <a16:creationId xmlns:a16="http://schemas.microsoft.com/office/drawing/2014/main" id="{92AABCC1-26FC-A449-A6CC-C892A35643FC}"/>
              </a:ext>
            </a:extLst>
          </p:cNvPr>
          <p:cNvSpPr txBox="1"/>
          <p:nvPr/>
        </p:nvSpPr>
        <p:spPr>
          <a:xfrm>
            <a:off x="877330" y="5192597"/>
            <a:ext cx="7092778" cy="646331"/>
          </a:xfrm>
          <a:prstGeom prst="rect">
            <a:avLst/>
          </a:prstGeom>
          <a:noFill/>
        </p:spPr>
        <p:txBody>
          <a:bodyPr wrap="square" rtlCol="0">
            <a:spAutoFit/>
          </a:bodyPr>
          <a:lstStyle/>
          <a:p>
            <a:r>
              <a:rPr lang="pl-PL">
                <a:solidFill>
                  <a:schemeClr val="bg1"/>
                </a:solidFill>
              </a:rPr>
              <a:t>Arkadiusz.Strzezek@promise.pl</a:t>
            </a:r>
          </a:p>
          <a:p>
            <a:r>
              <a:rPr lang="pl-PL" err="1">
                <a:solidFill>
                  <a:schemeClr val="bg1"/>
                </a:solidFill>
              </a:rPr>
              <a:t>tel</a:t>
            </a:r>
            <a:r>
              <a:rPr lang="pl-PL">
                <a:solidFill>
                  <a:schemeClr val="bg1"/>
                </a:solidFill>
              </a:rPr>
              <a:t>:  603499057</a:t>
            </a:r>
          </a:p>
        </p:txBody>
      </p:sp>
    </p:spTree>
    <p:extLst>
      <p:ext uri="{BB962C8B-B14F-4D97-AF65-F5344CB8AC3E}">
        <p14:creationId xmlns:p14="http://schemas.microsoft.com/office/powerpoint/2010/main" val="8374554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195749E6-E438-25A0-3F94-868921A3232C}"/>
              </a:ext>
            </a:extLst>
          </p:cNvPr>
          <p:cNvSpPr>
            <a:spLocks noGrp="1"/>
          </p:cNvSpPr>
          <p:nvPr>
            <p:ph type="title"/>
          </p:nvPr>
        </p:nvSpPr>
        <p:spPr/>
        <p:txBody>
          <a:bodyPr/>
          <a:lstStyle/>
          <a:p>
            <a:r>
              <a:rPr lang="pl-PL"/>
              <a:t>Agenda</a:t>
            </a:r>
          </a:p>
        </p:txBody>
      </p:sp>
      <p:sp>
        <p:nvSpPr>
          <p:cNvPr id="3" name="Symbol zastępczy tekstu 2">
            <a:extLst>
              <a:ext uri="{FF2B5EF4-FFF2-40B4-BE49-F238E27FC236}">
                <a16:creationId xmlns:a16="http://schemas.microsoft.com/office/drawing/2014/main" id="{AE106488-40FE-A2F0-80F4-7093CF637615}"/>
              </a:ext>
            </a:extLst>
          </p:cNvPr>
          <p:cNvSpPr>
            <a:spLocks noGrp="1"/>
          </p:cNvSpPr>
          <p:nvPr>
            <p:ph type="body" sz="quarter" idx="10"/>
          </p:nvPr>
        </p:nvSpPr>
        <p:spPr>
          <a:xfrm>
            <a:off x="331206" y="1285679"/>
            <a:ext cx="5876082" cy="5110463"/>
          </a:xfrm>
        </p:spPr>
        <p:txBody>
          <a:bodyPr lIns="91440" tIns="45720" rIns="91440" bIns="45720" anchor="t"/>
          <a:lstStyle/>
          <a:p>
            <a:pPr marL="342900" indent="-342900">
              <a:buAutoNum type="arabicPeriod"/>
            </a:pPr>
            <a:r>
              <a:rPr lang="pl-PL" sz="1400" b="1" err="1">
                <a:ea typeface="+mn-lt"/>
                <a:cs typeface="+mn-lt"/>
              </a:rPr>
              <a:t>Intro</a:t>
            </a:r>
            <a:r>
              <a:rPr lang="pl-PL" sz="1400" b="1">
                <a:ea typeface="+mn-lt"/>
                <a:cs typeface="+mn-lt"/>
              </a:rPr>
              <a:t> </a:t>
            </a:r>
            <a:endParaRPr lang="pl-PL" sz="1400" b="1"/>
          </a:p>
          <a:p>
            <a:pPr marL="457200" lvl="1" indent="0">
              <a:buNone/>
            </a:pPr>
            <a:r>
              <a:rPr lang="pl-PL" sz="1400">
                <a:ea typeface="+mn-lt"/>
                <a:cs typeface="+mn-lt"/>
              </a:rPr>
              <a:t>Omówienie Usługi </a:t>
            </a:r>
            <a:r>
              <a:rPr lang="pl-PL" sz="1400" err="1">
                <a:ea typeface="+mn-lt"/>
                <a:cs typeface="+mn-lt"/>
              </a:rPr>
              <a:t>Sharepoint</a:t>
            </a:r>
            <a:r>
              <a:rPr lang="pl-PL" sz="1400">
                <a:ea typeface="+mn-lt"/>
                <a:cs typeface="+mn-lt"/>
              </a:rPr>
              <a:t> Online </a:t>
            </a:r>
            <a:endParaRPr lang="pl-PL" sz="1400"/>
          </a:p>
          <a:p>
            <a:pPr marL="342900" indent="-342900">
              <a:buAutoNum type="arabicPeriod"/>
            </a:pPr>
            <a:r>
              <a:rPr lang="pl-PL" sz="1400" b="1" err="1">
                <a:ea typeface="+mn-lt"/>
                <a:cs typeface="+mn-lt"/>
              </a:rPr>
              <a:t>Sharepoint</a:t>
            </a:r>
            <a:r>
              <a:rPr lang="pl-PL" sz="1400" b="1">
                <a:ea typeface="+mn-lt"/>
                <a:cs typeface="+mn-lt"/>
              </a:rPr>
              <a:t> Administration — przybornik i narzędzia do pracy </a:t>
            </a:r>
            <a:endParaRPr lang="pl-PL" sz="1400" b="1"/>
          </a:p>
          <a:p>
            <a:pPr marL="457200" lvl="1" indent="0">
              <a:buNone/>
            </a:pPr>
            <a:r>
              <a:rPr lang="pl-PL" sz="1400">
                <a:ea typeface="+mn-lt"/>
                <a:cs typeface="+mn-lt"/>
              </a:rPr>
              <a:t>Za co odpowiada Administrator </a:t>
            </a:r>
            <a:r>
              <a:rPr lang="pl-PL" sz="1400" err="1">
                <a:ea typeface="+mn-lt"/>
                <a:cs typeface="+mn-lt"/>
              </a:rPr>
              <a:t>Sharepoint</a:t>
            </a:r>
            <a:r>
              <a:rPr lang="pl-PL" sz="1400">
                <a:ea typeface="+mn-lt"/>
                <a:cs typeface="+mn-lt"/>
              </a:rPr>
              <a:t> </a:t>
            </a:r>
            <a:endParaRPr lang="pl-PL" sz="1400"/>
          </a:p>
          <a:p>
            <a:pPr marL="457200" lvl="1" indent="0">
              <a:buNone/>
            </a:pPr>
            <a:r>
              <a:rPr lang="pl-PL" sz="1400">
                <a:ea typeface="+mn-lt"/>
                <a:cs typeface="+mn-lt"/>
              </a:rPr>
              <a:t>Narzędzia do zarządzania </a:t>
            </a:r>
            <a:r>
              <a:rPr lang="pl-PL" sz="1400" err="1">
                <a:ea typeface="+mn-lt"/>
                <a:cs typeface="+mn-lt"/>
              </a:rPr>
              <a:t>Sharepoint</a:t>
            </a:r>
            <a:r>
              <a:rPr lang="pl-PL" sz="1400">
                <a:ea typeface="+mn-lt"/>
                <a:cs typeface="+mn-lt"/>
              </a:rPr>
              <a:t> Online </a:t>
            </a:r>
            <a:endParaRPr lang="pl-PL" sz="1400"/>
          </a:p>
          <a:p>
            <a:pPr marL="457200" lvl="1" indent="0">
              <a:buNone/>
            </a:pPr>
            <a:r>
              <a:rPr lang="pl-PL" sz="1400">
                <a:ea typeface="+mn-lt"/>
                <a:cs typeface="+mn-lt"/>
              </a:rPr>
              <a:t>Omówienie </a:t>
            </a:r>
            <a:r>
              <a:rPr lang="pl-PL" sz="1400" err="1">
                <a:ea typeface="+mn-lt"/>
                <a:cs typeface="+mn-lt"/>
              </a:rPr>
              <a:t>Sharepoint</a:t>
            </a:r>
            <a:r>
              <a:rPr lang="pl-PL" sz="1400">
                <a:ea typeface="+mn-lt"/>
                <a:cs typeface="+mn-lt"/>
              </a:rPr>
              <a:t> Admin Center </a:t>
            </a:r>
            <a:endParaRPr lang="pl-PL" sz="1400"/>
          </a:p>
          <a:p>
            <a:pPr marL="457200" lvl="1" indent="0">
              <a:buNone/>
            </a:pPr>
            <a:r>
              <a:rPr lang="pl-PL" sz="1400">
                <a:ea typeface="+mn-lt"/>
                <a:cs typeface="+mn-lt"/>
              </a:rPr>
              <a:t>Omówienie PowerShell Management </a:t>
            </a:r>
            <a:endParaRPr lang="pl-PL" sz="1400"/>
          </a:p>
          <a:p>
            <a:pPr marL="457200" lvl="1" indent="0">
              <a:buNone/>
            </a:pPr>
            <a:r>
              <a:rPr lang="pl-PL" sz="1400" err="1">
                <a:ea typeface="+mn-lt"/>
                <a:cs typeface="+mn-lt"/>
              </a:rPr>
              <a:t>Sharepoint</a:t>
            </a:r>
            <a:r>
              <a:rPr lang="pl-PL" sz="1400">
                <a:ea typeface="+mn-lt"/>
                <a:cs typeface="+mn-lt"/>
              </a:rPr>
              <a:t> </a:t>
            </a:r>
            <a:r>
              <a:rPr lang="pl-PL" sz="1400" err="1">
                <a:ea typeface="+mn-lt"/>
                <a:cs typeface="+mn-lt"/>
              </a:rPr>
              <a:t>PnP</a:t>
            </a:r>
            <a:r>
              <a:rPr lang="pl-PL" sz="1400">
                <a:ea typeface="+mn-lt"/>
                <a:cs typeface="+mn-lt"/>
              </a:rPr>
              <a:t> Module </a:t>
            </a:r>
            <a:endParaRPr lang="pl-PL" sz="1400"/>
          </a:p>
          <a:p>
            <a:pPr marL="457200" lvl="1" indent="0">
              <a:buNone/>
            </a:pPr>
            <a:r>
              <a:rPr lang="pl-PL" sz="1400">
                <a:ea typeface="+mn-lt"/>
                <a:cs typeface="+mn-lt"/>
              </a:rPr>
              <a:t>Microsoft </a:t>
            </a:r>
            <a:r>
              <a:rPr lang="pl-PL" sz="1400" err="1">
                <a:ea typeface="+mn-lt"/>
                <a:cs typeface="+mn-lt"/>
              </a:rPr>
              <a:t>Graph</a:t>
            </a:r>
            <a:r>
              <a:rPr lang="pl-PL" sz="1400">
                <a:ea typeface="+mn-lt"/>
                <a:cs typeface="+mn-lt"/>
              </a:rPr>
              <a:t> </a:t>
            </a:r>
            <a:endParaRPr lang="pl-PL" sz="1400"/>
          </a:p>
          <a:p>
            <a:pPr marL="457200" lvl="1" indent="0">
              <a:buNone/>
            </a:pPr>
            <a:r>
              <a:rPr lang="pl-PL" sz="1400">
                <a:ea typeface="+mn-lt"/>
                <a:cs typeface="+mn-lt"/>
              </a:rPr>
              <a:t>LAB-01</a:t>
            </a:r>
          </a:p>
          <a:p>
            <a:pPr marL="342900" indent="-342900">
              <a:buAutoNum type="arabicPeriod"/>
            </a:pPr>
            <a:r>
              <a:rPr lang="pl-PL" sz="1400" b="1">
                <a:ea typeface="+mn-lt"/>
                <a:cs typeface="+mn-lt"/>
              </a:rPr>
              <a:t>Planowanie i konfigurowanie zbiorów witryn i witryn HUB </a:t>
            </a:r>
            <a:endParaRPr lang="pl-PL" sz="1400" b="1"/>
          </a:p>
          <a:p>
            <a:pPr marL="457200" lvl="1" indent="0">
              <a:buNone/>
            </a:pPr>
            <a:r>
              <a:rPr lang="pl-PL" sz="1400">
                <a:ea typeface="+mn-lt"/>
                <a:cs typeface="+mn-lt"/>
              </a:rPr>
              <a:t>Omówienie Architektury </a:t>
            </a:r>
            <a:r>
              <a:rPr lang="pl-PL" sz="1400" err="1">
                <a:ea typeface="+mn-lt"/>
                <a:cs typeface="+mn-lt"/>
              </a:rPr>
              <a:t>Sharepoint</a:t>
            </a:r>
            <a:r>
              <a:rPr lang="pl-PL" sz="1400">
                <a:ea typeface="+mn-lt"/>
                <a:cs typeface="+mn-lt"/>
              </a:rPr>
              <a:t> Classic </a:t>
            </a:r>
            <a:endParaRPr lang="pl-PL" sz="1400"/>
          </a:p>
          <a:p>
            <a:pPr marL="457200" lvl="1" indent="0">
              <a:buNone/>
            </a:pPr>
            <a:r>
              <a:rPr lang="pl-PL" sz="1400">
                <a:ea typeface="+mn-lt"/>
                <a:cs typeface="+mn-lt"/>
              </a:rPr>
              <a:t>Omówienie Architektury </a:t>
            </a:r>
            <a:r>
              <a:rPr lang="pl-PL" sz="1400" err="1">
                <a:ea typeface="+mn-lt"/>
                <a:cs typeface="+mn-lt"/>
              </a:rPr>
              <a:t>Sharepoint</a:t>
            </a:r>
            <a:r>
              <a:rPr lang="pl-PL" sz="1400">
                <a:ea typeface="+mn-lt"/>
                <a:cs typeface="+mn-lt"/>
              </a:rPr>
              <a:t> Modern </a:t>
            </a:r>
            <a:endParaRPr lang="pl-PL" sz="1400"/>
          </a:p>
          <a:p>
            <a:pPr marL="457200" lvl="1" indent="0">
              <a:buNone/>
            </a:pPr>
            <a:r>
              <a:rPr lang="pl-PL" sz="1400">
                <a:ea typeface="+mn-lt"/>
                <a:cs typeface="+mn-lt"/>
              </a:rPr>
              <a:t>Omówienie Szablonów i struktur witryn Classic oraz Modern </a:t>
            </a:r>
            <a:endParaRPr lang="pl-PL" sz="1400"/>
          </a:p>
          <a:p>
            <a:pPr marL="457200" lvl="1" indent="0">
              <a:buNone/>
            </a:pPr>
            <a:r>
              <a:rPr lang="pl-PL" sz="1400">
                <a:ea typeface="+mn-lt"/>
                <a:cs typeface="+mn-lt"/>
              </a:rPr>
              <a:t>Omówienie Grupy M365 </a:t>
            </a:r>
            <a:endParaRPr lang="pl-PL" sz="1400"/>
          </a:p>
          <a:p>
            <a:pPr marL="457200" lvl="1" indent="0">
              <a:buNone/>
            </a:pPr>
            <a:r>
              <a:rPr lang="pl-PL" sz="1400">
                <a:ea typeface="+mn-lt"/>
                <a:cs typeface="+mn-lt"/>
              </a:rPr>
              <a:t>Zarządzanie oraz planowanie witrynami </a:t>
            </a:r>
            <a:endParaRPr lang="pl-PL" sz="1400"/>
          </a:p>
          <a:p>
            <a:pPr marL="457200" lvl="1" indent="0">
              <a:buNone/>
            </a:pPr>
            <a:r>
              <a:rPr lang="pl-PL" sz="1400" err="1">
                <a:ea typeface="+mn-lt"/>
                <a:cs typeface="+mn-lt"/>
              </a:rPr>
              <a:t>Sharepoint</a:t>
            </a:r>
            <a:r>
              <a:rPr lang="pl-PL" sz="1400">
                <a:ea typeface="+mn-lt"/>
                <a:cs typeface="+mn-lt"/>
              </a:rPr>
              <a:t> HUB Site planowanie struktury intranetu oraz witryn </a:t>
            </a:r>
            <a:endParaRPr lang="pl-PL" sz="1400"/>
          </a:p>
          <a:p>
            <a:pPr marL="457200" lvl="1" indent="0">
              <a:buNone/>
            </a:pPr>
            <a:r>
              <a:rPr lang="pl-PL" sz="1400">
                <a:ea typeface="+mn-lt"/>
                <a:cs typeface="+mn-lt"/>
              </a:rPr>
              <a:t>Uprawnienia witryn </a:t>
            </a:r>
            <a:endParaRPr lang="pl-PL" sz="1400"/>
          </a:p>
          <a:p>
            <a:pPr marL="457200" lvl="1" indent="0">
              <a:buNone/>
            </a:pPr>
            <a:r>
              <a:rPr lang="pl-PL" sz="1400"/>
              <a:t>LAB-02</a:t>
            </a:r>
          </a:p>
          <a:p>
            <a:pPr>
              <a:buAutoNum type="arabicPeriod"/>
            </a:pPr>
            <a:endParaRPr lang="pl-PL" sz="1400"/>
          </a:p>
        </p:txBody>
      </p:sp>
      <p:cxnSp>
        <p:nvCxnSpPr>
          <p:cNvPr id="7" name="Łącznik prosty 6">
            <a:extLst>
              <a:ext uri="{FF2B5EF4-FFF2-40B4-BE49-F238E27FC236}">
                <a16:creationId xmlns:a16="http://schemas.microsoft.com/office/drawing/2014/main" id="{A6C14E39-DF17-3E88-DE9A-4EEA7CB076DD}"/>
              </a:ext>
            </a:extLst>
          </p:cNvPr>
          <p:cNvCxnSpPr/>
          <p:nvPr/>
        </p:nvCxnSpPr>
        <p:spPr>
          <a:xfrm>
            <a:off x="5843016" y="1078992"/>
            <a:ext cx="0" cy="4928616"/>
          </a:xfrm>
          <a:prstGeom prst="line">
            <a:avLst/>
          </a:prstGeom>
        </p:spPr>
        <p:style>
          <a:lnRef idx="1">
            <a:schemeClr val="accent1"/>
          </a:lnRef>
          <a:fillRef idx="0">
            <a:schemeClr val="accent1"/>
          </a:fillRef>
          <a:effectRef idx="0">
            <a:schemeClr val="accent1"/>
          </a:effectRef>
          <a:fontRef idx="minor">
            <a:schemeClr val="tx1"/>
          </a:fontRef>
        </p:style>
      </p:cxnSp>
      <p:sp>
        <p:nvSpPr>
          <p:cNvPr id="9" name="Symbol zastępczy tekstu 2">
            <a:extLst>
              <a:ext uri="{FF2B5EF4-FFF2-40B4-BE49-F238E27FC236}">
                <a16:creationId xmlns:a16="http://schemas.microsoft.com/office/drawing/2014/main" id="{A1DCD1A3-0920-DA84-2600-A7628390E76D}"/>
              </a:ext>
            </a:extLst>
          </p:cNvPr>
          <p:cNvSpPr txBox="1">
            <a:spLocks/>
          </p:cNvSpPr>
          <p:nvPr/>
        </p:nvSpPr>
        <p:spPr>
          <a:xfrm>
            <a:off x="6097328" y="1283750"/>
            <a:ext cx="5876082" cy="5110463"/>
          </a:xfrm>
          <a:prstGeom prst="rect">
            <a:avLst/>
          </a:prstGeom>
        </p:spPr>
        <p:txBody>
          <a:bodyPr lIns="91440" tIns="45720" rIns="91440" bIns="45720" anchor="t"/>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pl-PL" sz="1400" b="1">
                <a:ea typeface="+mn-lt"/>
                <a:cs typeface="+mn-lt"/>
              </a:rPr>
              <a:t>4. Konfigurowanie udostępniania zewnętrznego </a:t>
            </a:r>
            <a:endParaRPr lang="pl-PL" b="1">
              <a:ea typeface="+mn-lt"/>
              <a:cs typeface="+mn-lt"/>
            </a:endParaRPr>
          </a:p>
          <a:p>
            <a:pPr marL="457200" lvl="1" indent="0">
              <a:buNone/>
            </a:pPr>
            <a:r>
              <a:rPr lang="pl-PL" sz="1400">
                <a:ea typeface="+mn-lt"/>
                <a:cs typeface="+mn-lt"/>
              </a:rPr>
              <a:t>Typy mechanizmów udostępniania zewnętrznego </a:t>
            </a:r>
            <a:endParaRPr lang="pl-PL">
              <a:ea typeface="+mn-lt"/>
              <a:cs typeface="+mn-lt"/>
            </a:endParaRPr>
          </a:p>
          <a:p>
            <a:pPr marL="457200" lvl="1" indent="0">
              <a:buNone/>
            </a:pPr>
            <a:r>
              <a:rPr lang="pl-PL" sz="1400">
                <a:ea typeface="+mn-lt"/>
                <a:cs typeface="+mn-lt"/>
              </a:rPr>
              <a:t>Zarządzanie udostępnianiem zawartości </a:t>
            </a:r>
            <a:r>
              <a:rPr lang="pl-PL" sz="1400" err="1">
                <a:ea typeface="+mn-lt"/>
                <a:cs typeface="+mn-lt"/>
              </a:rPr>
              <a:t>EntraID</a:t>
            </a:r>
            <a:r>
              <a:rPr lang="pl-PL" sz="1400">
                <a:ea typeface="+mn-lt"/>
                <a:cs typeface="+mn-lt"/>
              </a:rPr>
              <a:t>/</a:t>
            </a:r>
            <a:r>
              <a:rPr lang="pl-PL" sz="1400" err="1">
                <a:ea typeface="+mn-lt"/>
                <a:cs typeface="+mn-lt"/>
              </a:rPr>
              <a:t>Sharepoint</a:t>
            </a:r>
            <a:r>
              <a:rPr lang="pl-PL" sz="1400">
                <a:ea typeface="+mn-lt"/>
                <a:cs typeface="+mn-lt"/>
              </a:rPr>
              <a:t> Online </a:t>
            </a:r>
            <a:endParaRPr lang="pl-PL">
              <a:ea typeface="+mn-lt"/>
              <a:cs typeface="+mn-lt"/>
            </a:endParaRPr>
          </a:p>
          <a:p>
            <a:pPr marL="457200" lvl="1" indent="0">
              <a:buNone/>
            </a:pPr>
            <a:r>
              <a:rPr lang="pl-PL" sz="1400">
                <a:ea typeface="+mn-lt"/>
                <a:cs typeface="+mn-lt"/>
              </a:rPr>
              <a:t>LAB-03</a:t>
            </a:r>
          </a:p>
          <a:p>
            <a:pPr marL="0" indent="0">
              <a:buNone/>
            </a:pPr>
            <a:r>
              <a:rPr lang="pl-PL" sz="1400" b="1">
                <a:ea typeface="+mn-lt"/>
                <a:cs typeface="+mn-lt"/>
              </a:rPr>
              <a:t>5. Metadane planowania i konfiguracji </a:t>
            </a:r>
            <a:endParaRPr lang="pl-PL" b="1">
              <a:ea typeface="+mn-lt"/>
              <a:cs typeface="+mn-lt"/>
            </a:endParaRPr>
          </a:p>
          <a:p>
            <a:pPr marL="457200" lvl="1" indent="0">
              <a:buNone/>
            </a:pPr>
            <a:r>
              <a:rPr lang="pl-PL" sz="1400">
                <a:ea typeface="+mn-lt"/>
                <a:cs typeface="+mn-lt"/>
              </a:rPr>
              <a:t>Czym są metadane </a:t>
            </a:r>
            <a:endParaRPr lang="pl-PL">
              <a:ea typeface="+mn-lt"/>
              <a:cs typeface="+mn-lt"/>
            </a:endParaRPr>
          </a:p>
          <a:p>
            <a:pPr marL="457200" lvl="1" indent="0">
              <a:buNone/>
            </a:pPr>
            <a:r>
              <a:rPr lang="pl-PL" sz="1400">
                <a:ea typeface="+mn-lt"/>
                <a:cs typeface="+mn-lt"/>
              </a:rPr>
              <a:t>Magazyn terminów – omówienie oraz zastosowanie </a:t>
            </a:r>
            <a:endParaRPr lang="pl-PL">
              <a:ea typeface="+mn-lt"/>
              <a:cs typeface="+mn-lt"/>
            </a:endParaRPr>
          </a:p>
          <a:p>
            <a:pPr marL="457200" lvl="1" indent="0">
              <a:buNone/>
            </a:pPr>
            <a:r>
              <a:rPr lang="pl-PL" sz="1400">
                <a:ea typeface="+mn-lt"/>
                <a:cs typeface="+mn-lt"/>
              </a:rPr>
              <a:t>LAB-04</a:t>
            </a:r>
          </a:p>
          <a:p>
            <a:pPr marL="0" indent="0">
              <a:buNone/>
            </a:pPr>
            <a:r>
              <a:rPr lang="pl-PL" sz="1400" b="1">
                <a:ea typeface="+mn-lt"/>
                <a:cs typeface="+mn-lt"/>
              </a:rPr>
              <a:t>6. Planowanie i konfigurowanie dostosowań i aplikacji </a:t>
            </a:r>
            <a:endParaRPr lang="pl-PL" b="1">
              <a:ea typeface="+mn-lt"/>
              <a:cs typeface="+mn-lt"/>
            </a:endParaRPr>
          </a:p>
          <a:p>
            <a:pPr marL="457200" lvl="1" indent="0">
              <a:buNone/>
            </a:pPr>
            <a:r>
              <a:rPr lang="pl-PL" sz="1400">
                <a:ea typeface="+mn-lt"/>
                <a:cs typeface="+mn-lt"/>
              </a:rPr>
              <a:t>Omówienie mechanizmów automatyzacji i aplikacji </a:t>
            </a:r>
            <a:endParaRPr lang="pl-PL">
              <a:ea typeface="+mn-lt"/>
              <a:cs typeface="+mn-lt"/>
            </a:endParaRPr>
          </a:p>
          <a:p>
            <a:pPr marL="457200" lvl="1" indent="0">
              <a:buNone/>
            </a:pPr>
            <a:r>
              <a:rPr lang="pl-PL" sz="1400">
                <a:ea typeface="+mn-lt"/>
                <a:cs typeface="+mn-lt"/>
              </a:rPr>
              <a:t>Power </a:t>
            </a:r>
            <a:r>
              <a:rPr lang="pl-PL" sz="1400" err="1">
                <a:ea typeface="+mn-lt"/>
                <a:cs typeface="+mn-lt"/>
              </a:rPr>
              <a:t>Automate</a:t>
            </a:r>
            <a:r>
              <a:rPr lang="pl-PL" sz="1400">
                <a:ea typeface="+mn-lt"/>
                <a:cs typeface="+mn-lt"/>
              </a:rPr>
              <a:t> – omówienie oraz zastosowanie </a:t>
            </a:r>
            <a:endParaRPr lang="pl-PL">
              <a:ea typeface="+mn-lt"/>
              <a:cs typeface="+mn-lt"/>
            </a:endParaRPr>
          </a:p>
          <a:p>
            <a:pPr marL="457200" lvl="1" indent="0">
              <a:buNone/>
            </a:pPr>
            <a:r>
              <a:rPr lang="pl-PL" sz="1400">
                <a:ea typeface="+mn-lt"/>
                <a:cs typeface="+mn-lt"/>
              </a:rPr>
              <a:t>Power </a:t>
            </a:r>
            <a:r>
              <a:rPr lang="pl-PL" sz="1400" err="1">
                <a:ea typeface="+mn-lt"/>
                <a:cs typeface="+mn-lt"/>
              </a:rPr>
              <a:t>Apps</a:t>
            </a:r>
            <a:r>
              <a:rPr lang="pl-PL" sz="1400">
                <a:ea typeface="+mn-lt"/>
                <a:cs typeface="+mn-lt"/>
              </a:rPr>
              <a:t> – omówienie oraz zastosowanie </a:t>
            </a:r>
            <a:endParaRPr lang="pl-PL">
              <a:ea typeface="+mn-lt"/>
              <a:cs typeface="+mn-lt"/>
            </a:endParaRPr>
          </a:p>
          <a:p>
            <a:pPr marL="457200" lvl="1" indent="0">
              <a:buNone/>
            </a:pPr>
            <a:r>
              <a:rPr lang="pl-PL" sz="1400">
                <a:ea typeface="+mn-lt"/>
                <a:cs typeface="+mn-lt"/>
              </a:rPr>
              <a:t>LAB-05</a:t>
            </a:r>
          </a:p>
          <a:p>
            <a:pPr marL="0" indent="0">
              <a:buNone/>
            </a:pPr>
            <a:r>
              <a:rPr lang="pl-PL" sz="1400" b="1">
                <a:ea typeface="+mn-lt"/>
                <a:cs typeface="+mn-lt"/>
              </a:rPr>
              <a:t>7. Zarządzanie innymi ustawieniami dzierżawy </a:t>
            </a:r>
            <a:endParaRPr lang="pl-PL" b="1">
              <a:ea typeface="+mn-lt"/>
              <a:cs typeface="+mn-lt"/>
            </a:endParaRPr>
          </a:p>
          <a:p>
            <a:pPr marL="457200" lvl="1" indent="0">
              <a:buNone/>
            </a:pPr>
            <a:r>
              <a:rPr lang="pl-PL" sz="1400">
                <a:ea typeface="+mn-lt"/>
                <a:cs typeface="+mn-lt"/>
              </a:rPr>
              <a:t>Zarządzanie ustawieniami magazynu </a:t>
            </a:r>
            <a:r>
              <a:rPr lang="pl-PL" sz="1400" err="1">
                <a:ea typeface="+mn-lt"/>
                <a:cs typeface="+mn-lt"/>
              </a:rPr>
              <a:t>Sharepoint</a:t>
            </a:r>
            <a:r>
              <a:rPr lang="pl-PL" sz="1400">
                <a:ea typeface="+mn-lt"/>
                <a:cs typeface="+mn-lt"/>
              </a:rPr>
              <a:t> </a:t>
            </a:r>
            <a:endParaRPr lang="pl-PL">
              <a:ea typeface="+mn-lt"/>
              <a:cs typeface="+mn-lt"/>
            </a:endParaRPr>
          </a:p>
          <a:p>
            <a:pPr marL="457200" lvl="1" indent="0">
              <a:buNone/>
            </a:pPr>
            <a:r>
              <a:rPr lang="pl-PL" sz="1400">
                <a:ea typeface="+mn-lt"/>
                <a:cs typeface="+mn-lt"/>
              </a:rPr>
              <a:t>Zarządzanie ustawieniami magazynu dla witryn </a:t>
            </a:r>
            <a:endParaRPr lang="pl-PL">
              <a:ea typeface="+mn-lt"/>
              <a:cs typeface="+mn-lt"/>
            </a:endParaRPr>
          </a:p>
          <a:p>
            <a:pPr marL="457200" lvl="1" indent="0">
              <a:buNone/>
            </a:pPr>
            <a:r>
              <a:rPr lang="pl-PL" sz="1400">
                <a:ea typeface="+mn-lt"/>
                <a:cs typeface="+mn-lt"/>
              </a:rPr>
              <a:t>Zarządzanie ustawieniami tworzenia witryn </a:t>
            </a:r>
            <a:endParaRPr lang="pl-PL">
              <a:ea typeface="+mn-lt"/>
              <a:cs typeface="+mn-lt"/>
            </a:endParaRPr>
          </a:p>
          <a:p>
            <a:pPr marL="457200" lvl="1" indent="0">
              <a:buNone/>
            </a:pPr>
            <a:r>
              <a:rPr lang="pl-PL" sz="1400"/>
              <a:t>LAB-06</a:t>
            </a:r>
          </a:p>
          <a:p>
            <a:pPr marL="342900" indent="-342900">
              <a:buAutoNum type="arabicPeriod"/>
            </a:pPr>
            <a:endParaRPr lang="pl-PL" sz="1400"/>
          </a:p>
        </p:txBody>
      </p:sp>
    </p:spTree>
    <p:extLst>
      <p:ext uri="{BB962C8B-B14F-4D97-AF65-F5344CB8AC3E}">
        <p14:creationId xmlns:p14="http://schemas.microsoft.com/office/powerpoint/2010/main" val="517890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F1971-6523-8182-301F-15D5242E5B8F}"/>
            </a:ext>
          </a:extLst>
        </p:cNvPr>
        <p:cNvGrpSpPr/>
        <p:nvPr/>
      </p:nvGrpSpPr>
      <p:grpSpPr>
        <a:xfrm>
          <a:off x="0" y="0"/>
          <a:ext cx="0" cy="0"/>
          <a:chOff x="0" y="0"/>
          <a:chExt cx="0" cy="0"/>
        </a:xfrm>
      </p:grpSpPr>
      <p:sp>
        <p:nvSpPr>
          <p:cNvPr id="2" name="Tytuł 1">
            <a:extLst>
              <a:ext uri="{FF2B5EF4-FFF2-40B4-BE49-F238E27FC236}">
                <a16:creationId xmlns:a16="http://schemas.microsoft.com/office/drawing/2014/main" id="{24310105-58A7-3029-472C-7AECF553EC27}"/>
              </a:ext>
            </a:extLst>
          </p:cNvPr>
          <p:cNvSpPr>
            <a:spLocks noGrp="1"/>
          </p:cNvSpPr>
          <p:nvPr>
            <p:ph type="title"/>
          </p:nvPr>
        </p:nvSpPr>
        <p:spPr/>
        <p:txBody>
          <a:bodyPr/>
          <a:lstStyle/>
          <a:p>
            <a:r>
              <a:rPr lang="pl-PL"/>
              <a:t>Agenda</a:t>
            </a:r>
          </a:p>
        </p:txBody>
      </p:sp>
      <p:sp>
        <p:nvSpPr>
          <p:cNvPr id="3" name="Symbol zastępczy tekstu 2">
            <a:extLst>
              <a:ext uri="{FF2B5EF4-FFF2-40B4-BE49-F238E27FC236}">
                <a16:creationId xmlns:a16="http://schemas.microsoft.com/office/drawing/2014/main" id="{B1A23A26-3665-46EE-3919-30084A116495}"/>
              </a:ext>
            </a:extLst>
          </p:cNvPr>
          <p:cNvSpPr>
            <a:spLocks noGrp="1"/>
          </p:cNvSpPr>
          <p:nvPr>
            <p:ph type="body" sz="quarter" idx="10"/>
          </p:nvPr>
        </p:nvSpPr>
        <p:spPr>
          <a:xfrm>
            <a:off x="331206" y="1285679"/>
            <a:ext cx="5876082" cy="5110463"/>
          </a:xfrm>
        </p:spPr>
        <p:txBody>
          <a:bodyPr lIns="91440" tIns="45720" rIns="91440" bIns="45720" anchor="t"/>
          <a:lstStyle/>
          <a:p>
            <a:pPr marL="0" indent="0">
              <a:buNone/>
            </a:pPr>
            <a:r>
              <a:rPr lang="pl-PL" sz="1400" b="1">
                <a:ea typeface="+mn-lt"/>
                <a:cs typeface="+mn-lt"/>
              </a:rPr>
              <a:t>8. Zarządzanie zawartością </a:t>
            </a:r>
            <a:endParaRPr lang="pl-PL" sz="1400" b="1"/>
          </a:p>
          <a:p>
            <a:pPr marL="457200" lvl="1" indent="0">
              <a:buNone/>
            </a:pPr>
            <a:r>
              <a:rPr lang="pl-PL" sz="1400">
                <a:ea typeface="+mn-lt"/>
                <a:cs typeface="+mn-lt"/>
              </a:rPr>
              <a:t>Omówienie Centrum Bezpieczeństwa i zgodności </a:t>
            </a:r>
            <a:endParaRPr lang="pl-PL"/>
          </a:p>
          <a:p>
            <a:pPr marL="457200" lvl="1" indent="0">
              <a:buNone/>
            </a:pPr>
            <a:r>
              <a:rPr lang="pl-PL" sz="1400">
                <a:ea typeface="+mn-lt"/>
                <a:cs typeface="+mn-lt"/>
              </a:rPr>
              <a:t>Omówienie mechanizmu eDiscovery </a:t>
            </a:r>
            <a:endParaRPr lang="pl-PL"/>
          </a:p>
          <a:p>
            <a:pPr marL="457200" lvl="1" indent="0">
              <a:buNone/>
            </a:pPr>
            <a:r>
              <a:rPr lang="pl-PL" sz="1400">
                <a:ea typeface="+mn-lt"/>
                <a:cs typeface="+mn-lt"/>
              </a:rPr>
              <a:t>Omówienie mechanizmu DLP </a:t>
            </a:r>
            <a:endParaRPr lang="pl-PL"/>
          </a:p>
          <a:p>
            <a:pPr marL="457200" lvl="1" indent="0">
              <a:buNone/>
            </a:pPr>
            <a:r>
              <a:rPr lang="pl-PL" sz="1400">
                <a:ea typeface="+mn-lt"/>
                <a:cs typeface="+mn-lt"/>
              </a:rPr>
              <a:t>Klasyfikacja i zarządzanie danymi </a:t>
            </a:r>
            <a:endParaRPr lang="pl-PL"/>
          </a:p>
          <a:p>
            <a:pPr marL="457200" lvl="1" indent="0">
              <a:buNone/>
            </a:pPr>
            <a:r>
              <a:rPr lang="pl-PL" sz="1400">
                <a:ea typeface="+mn-lt"/>
                <a:cs typeface="+mn-lt"/>
              </a:rPr>
              <a:t>LAB-07</a:t>
            </a:r>
          </a:p>
          <a:p>
            <a:pPr marL="0" indent="0">
              <a:buNone/>
            </a:pPr>
            <a:r>
              <a:rPr lang="pl-PL" sz="1400" b="1">
                <a:ea typeface="+mn-lt"/>
                <a:cs typeface="+mn-lt"/>
              </a:rPr>
              <a:t>9. </a:t>
            </a:r>
            <a:r>
              <a:rPr lang="pl-PL" sz="1400" b="1" err="1">
                <a:ea typeface="+mn-lt"/>
                <a:cs typeface="+mn-lt"/>
              </a:rPr>
              <a:t>Sharepoint</a:t>
            </a:r>
            <a:r>
              <a:rPr lang="pl-PL" sz="1400" b="1">
                <a:ea typeface="+mn-lt"/>
                <a:cs typeface="+mn-lt"/>
              </a:rPr>
              <a:t> Premium oraz </a:t>
            </a:r>
            <a:r>
              <a:rPr lang="pl-PL" sz="1400" b="1" err="1">
                <a:ea typeface="+mn-lt"/>
                <a:cs typeface="+mn-lt"/>
              </a:rPr>
              <a:t>Syntex</a:t>
            </a:r>
            <a:r>
              <a:rPr lang="pl-PL" sz="1400" b="1">
                <a:ea typeface="+mn-lt"/>
                <a:cs typeface="+mn-lt"/>
              </a:rPr>
              <a:t> </a:t>
            </a:r>
            <a:endParaRPr lang="pl-PL" b="1"/>
          </a:p>
          <a:p>
            <a:pPr marL="457200" lvl="1" indent="0">
              <a:buNone/>
            </a:pPr>
            <a:r>
              <a:rPr lang="pl-PL" sz="1400" err="1">
                <a:ea typeface="+mn-lt"/>
                <a:cs typeface="+mn-lt"/>
              </a:rPr>
              <a:t>Sharepoint</a:t>
            </a:r>
            <a:r>
              <a:rPr lang="pl-PL" sz="1400">
                <a:ea typeface="+mn-lt"/>
                <a:cs typeface="+mn-lt"/>
              </a:rPr>
              <a:t> </a:t>
            </a:r>
            <a:r>
              <a:rPr lang="pl-PL" sz="1400" err="1">
                <a:ea typeface="+mn-lt"/>
                <a:cs typeface="+mn-lt"/>
              </a:rPr>
              <a:t>Syntex</a:t>
            </a:r>
            <a:r>
              <a:rPr lang="pl-PL" sz="1400">
                <a:ea typeface="+mn-lt"/>
                <a:cs typeface="+mn-lt"/>
              </a:rPr>
              <a:t> – omówienie </a:t>
            </a:r>
            <a:endParaRPr lang="pl-PL"/>
          </a:p>
          <a:p>
            <a:pPr marL="457200" lvl="1" indent="0">
              <a:buNone/>
            </a:pPr>
            <a:r>
              <a:rPr lang="pl-PL" sz="1400">
                <a:ea typeface="+mn-lt"/>
                <a:cs typeface="+mn-lt"/>
              </a:rPr>
              <a:t>Zaawansowane mechanizmy usługi </a:t>
            </a:r>
            <a:r>
              <a:rPr lang="pl-PL" sz="1400" err="1">
                <a:ea typeface="+mn-lt"/>
                <a:cs typeface="+mn-lt"/>
              </a:rPr>
              <a:t>sharepoint</a:t>
            </a:r>
            <a:r>
              <a:rPr lang="pl-PL" sz="1400">
                <a:ea typeface="+mn-lt"/>
                <a:cs typeface="+mn-lt"/>
              </a:rPr>
              <a:t> </a:t>
            </a:r>
            <a:r>
              <a:rPr lang="pl-PL" sz="1400" err="1">
                <a:ea typeface="+mn-lt"/>
                <a:cs typeface="+mn-lt"/>
              </a:rPr>
              <a:t>syntex</a:t>
            </a:r>
            <a:r>
              <a:rPr lang="pl-PL" sz="1400">
                <a:ea typeface="+mn-lt"/>
                <a:cs typeface="+mn-lt"/>
              </a:rPr>
              <a:t> </a:t>
            </a:r>
            <a:endParaRPr lang="pl-PL"/>
          </a:p>
          <a:p>
            <a:pPr marL="0" indent="0">
              <a:buNone/>
            </a:pPr>
            <a:r>
              <a:rPr lang="pl-PL" sz="1400" b="1">
                <a:ea typeface="+mn-lt"/>
                <a:cs typeface="+mn-lt"/>
              </a:rPr>
              <a:t>10. Aplikacje dodatkowe </a:t>
            </a:r>
            <a:endParaRPr lang="pl-PL" b="1"/>
          </a:p>
          <a:p>
            <a:pPr marL="457200" lvl="1" indent="0">
              <a:buNone/>
            </a:pPr>
            <a:r>
              <a:rPr lang="pl-PL" sz="1400">
                <a:ea typeface="+mn-lt"/>
                <a:cs typeface="+mn-lt"/>
              </a:rPr>
              <a:t>Integracja Microsoft </a:t>
            </a:r>
            <a:r>
              <a:rPr lang="pl-PL" sz="1400" err="1">
                <a:ea typeface="+mn-lt"/>
                <a:cs typeface="+mn-lt"/>
              </a:rPr>
              <a:t>Teams</a:t>
            </a:r>
            <a:r>
              <a:rPr lang="pl-PL" sz="1400">
                <a:ea typeface="+mn-lt"/>
                <a:cs typeface="+mn-lt"/>
              </a:rPr>
              <a:t> oraz </a:t>
            </a:r>
            <a:r>
              <a:rPr lang="pl-PL" sz="1400" err="1">
                <a:ea typeface="+mn-lt"/>
                <a:cs typeface="+mn-lt"/>
              </a:rPr>
              <a:t>Viva</a:t>
            </a:r>
            <a:r>
              <a:rPr lang="pl-PL" sz="1400">
                <a:ea typeface="+mn-lt"/>
                <a:cs typeface="+mn-lt"/>
              </a:rPr>
              <a:t> </a:t>
            </a:r>
            <a:r>
              <a:rPr lang="pl-PL" sz="1400" err="1">
                <a:ea typeface="+mn-lt"/>
                <a:cs typeface="+mn-lt"/>
              </a:rPr>
              <a:t>Engage</a:t>
            </a:r>
            <a:endParaRPr lang="pl-PL" sz="1400">
              <a:ea typeface="+mn-lt"/>
              <a:cs typeface="+mn-lt"/>
            </a:endParaRPr>
          </a:p>
          <a:p>
            <a:pPr marL="457200" lvl="1" indent="0">
              <a:buNone/>
            </a:pPr>
            <a:r>
              <a:rPr lang="pl-PL" sz="1400">
                <a:ea typeface="+mn-lt"/>
                <a:cs typeface="+mn-lt"/>
              </a:rPr>
              <a:t>Microsoft </a:t>
            </a:r>
            <a:r>
              <a:rPr lang="pl-PL" sz="1400" err="1">
                <a:ea typeface="+mn-lt"/>
                <a:cs typeface="+mn-lt"/>
              </a:rPr>
              <a:t>Loop</a:t>
            </a:r>
            <a:r>
              <a:rPr lang="pl-PL" sz="1400">
                <a:ea typeface="+mn-lt"/>
                <a:cs typeface="+mn-lt"/>
              </a:rPr>
              <a:t> </a:t>
            </a:r>
            <a:endParaRPr lang="pl-PL"/>
          </a:p>
          <a:p>
            <a:pPr marL="457200" lvl="1" indent="0">
              <a:buNone/>
            </a:pPr>
            <a:r>
              <a:rPr lang="pl-PL" sz="1400">
                <a:ea typeface="+mn-lt"/>
                <a:cs typeface="+mn-lt"/>
              </a:rPr>
              <a:t>LAB-09</a:t>
            </a:r>
          </a:p>
          <a:p>
            <a:pPr marL="0" indent="0">
              <a:buNone/>
            </a:pPr>
            <a:r>
              <a:rPr lang="pl-PL" sz="1400" b="1">
                <a:ea typeface="+mn-lt"/>
                <a:cs typeface="+mn-lt"/>
              </a:rPr>
              <a:t>11. Monitorowanie i konserwacja usług SharePoint Online Services </a:t>
            </a:r>
            <a:endParaRPr lang="pl-PL"/>
          </a:p>
          <a:p>
            <a:pPr marL="457200" lvl="1" indent="0">
              <a:buNone/>
            </a:pPr>
            <a:r>
              <a:rPr lang="pl-PL" sz="1400">
                <a:ea typeface="+mn-lt"/>
                <a:cs typeface="+mn-lt"/>
              </a:rPr>
              <a:t>Microsoft 365 </a:t>
            </a:r>
            <a:r>
              <a:rPr lang="pl-PL" sz="1400" err="1">
                <a:ea typeface="+mn-lt"/>
                <a:cs typeface="+mn-lt"/>
              </a:rPr>
              <a:t>Health</a:t>
            </a:r>
            <a:r>
              <a:rPr lang="pl-PL" sz="1400">
                <a:ea typeface="+mn-lt"/>
                <a:cs typeface="+mn-lt"/>
              </a:rPr>
              <a:t> Center </a:t>
            </a:r>
            <a:endParaRPr lang="pl-PL"/>
          </a:p>
          <a:p>
            <a:pPr marL="457200" lvl="1" indent="0">
              <a:buNone/>
            </a:pPr>
            <a:r>
              <a:rPr lang="pl-PL" sz="1400" err="1">
                <a:ea typeface="+mn-lt"/>
                <a:cs typeface="+mn-lt"/>
              </a:rPr>
              <a:t>Sharepoint</a:t>
            </a:r>
            <a:r>
              <a:rPr lang="pl-PL" sz="1400">
                <a:ea typeface="+mn-lt"/>
                <a:cs typeface="+mn-lt"/>
              </a:rPr>
              <a:t> </a:t>
            </a:r>
            <a:r>
              <a:rPr lang="pl-PL" sz="1400" err="1">
                <a:ea typeface="+mn-lt"/>
                <a:cs typeface="+mn-lt"/>
              </a:rPr>
              <a:t>Roadmap</a:t>
            </a:r>
            <a:r>
              <a:rPr lang="pl-PL" sz="1400">
                <a:ea typeface="+mn-lt"/>
                <a:cs typeface="+mn-lt"/>
              </a:rPr>
              <a:t> </a:t>
            </a:r>
            <a:endParaRPr lang="pl-PL">
              <a:ea typeface="+mn-lt"/>
              <a:cs typeface="+mn-lt"/>
            </a:endParaRPr>
          </a:p>
          <a:p>
            <a:pPr marL="457200" lvl="1" indent="0">
              <a:buNone/>
            </a:pPr>
            <a:r>
              <a:rPr lang="pl-PL" sz="1400"/>
              <a:t>LAB-10</a:t>
            </a:r>
          </a:p>
          <a:p>
            <a:pPr marL="342900" indent="-342900">
              <a:buAutoNum type="arabicPeriod"/>
            </a:pPr>
            <a:endParaRPr lang="pl-PL" sz="1400"/>
          </a:p>
        </p:txBody>
      </p:sp>
      <p:cxnSp>
        <p:nvCxnSpPr>
          <p:cNvPr id="7" name="Łącznik prosty 6">
            <a:extLst>
              <a:ext uri="{FF2B5EF4-FFF2-40B4-BE49-F238E27FC236}">
                <a16:creationId xmlns:a16="http://schemas.microsoft.com/office/drawing/2014/main" id="{9C32FDFA-7D31-11F8-88D8-3134C1A89142}"/>
              </a:ext>
            </a:extLst>
          </p:cNvPr>
          <p:cNvCxnSpPr/>
          <p:nvPr/>
        </p:nvCxnSpPr>
        <p:spPr>
          <a:xfrm>
            <a:off x="5843016" y="1078992"/>
            <a:ext cx="0" cy="4928616"/>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61860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DA7E254-05CA-6D49-8FF4-8AE7D7760BF6}"/>
              </a:ext>
            </a:extLst>
          </p:cNvPr>
          <p:cNvSpPr>
            <a:spLocks noGrp="1"/>
          </p:cNvSpPr>
          <p:nvPr>
            <p:ph type="title"/>
          </p:nvPr>
        </p:nvSpPr>
        <p:spPr/>
        <p:txBody>
          <a:bodyPr/>
          <a:lstStyle/>
          <a:p>
            <a:endParaRPr lang="pl-PL"/>
          </a:p>
        </p:txBody>
      </p:sp>
    </p:spTree>
    <p:extLst>
      <p:ext uri="{BB962C8B-B14F-4D97-AF65-F5344CB8AC3E}">
        <p14:creationId xmlns:p14="http://schemas.microsoft.com/office/powerpoint/2010/main" val="6595431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tekstu 2">
            <a:extLst>
              <a:ext uri="{FF2B5EF4-FFF2-40B4-BE49-F238E27FC236}">
                <a16:creationId xmlns:a16="http://schemas.microsoft.com/office/drawing/2014/main" id="{41A6967E-EF9E-D540-750A-56586B652A6A}"/>
              </a:ext>
            </a:extLst>
          </p:cNvPr>
          <p:cNvSpPr>
            <a:spLocks noGrp="1"/>
          </p:cNvSpPr>
          <p:nvPr>
            <p:ph type="body" sz="quarter" idx="10"/>
          </p:nvPr>
        </p:nvSpPr>
        <p:spPr>
          <a:xfrm>
            <a:off x="5364305" y="4715205"/>
            <a:ext cx="945804" cy="471727"/>
          </a:xfrm>
        </p:spPr>
        <p:txBody>
          <a:bodyPr/>
          <a:lstStyle/>
          <a:p>
            <a:pPr marL="0" indent="0">
              <a:buNone/>
            </a:pPr>
            <a:r>
              <a:rPr lang="pl-PL" sz="2800" err="1"/>
              <a:t>Intro</a:t>
            </a:r>
            <a:endParaRPr lang="pl-PL"/>
          </a:p>
        </p:txBody>
      </p:sp>
      <p:pic>
        <p:nvPicPr>
          <p:cNvPr id="5" name="Obraz 4">
            <a:extLst>
              <a:ext uri="{FF2B5EF4-FFF2-40B4-BE49-F238E27FC236}">
                <a16:creationId xmlns:a16="http://schemas.microsoft.com/office/drawing/2014/main" id="{FF704FE1-8340-9E21-35A5-5A5A7663D1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9782" y="1705305"/>
            <a:ext cx="4514850" cy="3009900"/>
          </a:xfrm>
          <a:prstGeom prst="rect">
            <a:avLst/>
          </a:prstGeom>
        </p:spPr>
      </p:pic>
    </p:spTree>
    <p:extLst>
      <p:ext uri="{BB962C8B-B14F-4D97-AF65-F5344CB8AC3E}">
        <p14:creationId xmlns:p14="http://schemas.microsoft.com/office/powerpoint/2010/main" val="33021821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0291313" cy="569343"/>
          </a:xfrm>
        </p:spPr>
        <p:txBody>
          <a:bodyPr/>
          <a:lstStyle/>
          <a:p>
            <a:r>
              <a:rPr lang="pl-PL" sz="3600" err="1"/>
              <a:t>Sharepoint</a:t>
            </a:r>
            <a:r>
              <a:rPr lang="pl-PL" sz="3600"/>
              <a:t> - </a:t>
            </a:r>
            <a:r>
              <a:rPr lang="pl-PL" sz="3600" err="1"/>
              <a:t>Intro</a:t>
            </a:r>
            <a:endParaRPr lang="pl-PL" sz="3600"/>
          </a:p>
        </p:txBody>
      </p:sp>
      <p:pic>
        <p:nvPicPr>
          <p:cNvPr id="5" name="Obraz 4">
            <a:extLst>
              <a:ext uri="{FF2B5EF4-FFF2-40B4-BE49-F238E27FC236}">
                <a16:creationId xmlns:a16="http://schemas.microsoft.com/office/drawing/2014/main" id="{D97BC4EA-DFC6-3F80-AFB8-C757A6CEFF02}"/>
              </a:ext>
            </a:extLst>
          </p:cNvPr>
          <p:cNvPicPr>
            <a:picLocks noChangeAspect="1"/>
          </p:cNvPicPr>
          <p:nvPr/>
        </p:nvPicPr>
        <p:blipFill>
          <a:blip r:embed="rId2"/>
          <a:stretch>
            <a:fillRect/>
          </a:stretch>
        </p:blipFill>
        <p:spPr>
          <a:xfrm>
            <a:off x="0" y="1072988"/>
            <a:ext cx="12192000" cy="471202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8424119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0291313" cy="569343"/>
          </a:xfrm>
        </p:spPr>
        <p:txBody>
          <a:bodyPr/>
          <a:lstStyle/>
          <a:p>
            <a:r>
              <a:rPr lang="pl-PL" sz="3600" err="1"/>
              <a:t>Sharepoint</a:t>
            </a:r>
            <a:r>
              <a:rPr lang="pl-PL" sz="3600"/>
              <a:t> - </a:t>
            </a:r>
            <a:r>
              <a:rPr lang="pl-PL" sz="3600" err="1"/>
              <a:t>Intro</a:t>
            </a:r>
            <a:endParaRPr lang="pl-PL" sz="3600"/>
          </a:p>
        </p:txBody>
      </p:sp>
      <p:pic>
        <p:nvPicPr>
          <p:cNvPr id="6" name="Obraz 5">
            <a:extLst>
              <a:ext uri="{FF2B5EF4-FFF2-40B4-BE49-F238E27FC236}">
                <a16:creationId xmlns:a16="http://schemas.microsoft.com/office/drawing/2014/main" id="{185D88B3-C9AE-D43C-42E1-8E33614000FE}"/>
              </a:ext>
            </a:extLst>
          </p:cNvPr>
          <p:cNvPicPr>
            <a:picLocks noChangeAspect="1"/>
          </p:cNvPicPr>
          <p:nvPr/>
        </p:nvPicPr>
        <p:blipFill>
          <a:blip r:embed="rId2"/>
          <a:stretch>
            <a:fillRect/>
          </a:stretch>
        </p:blipFill>
        <p:spPr>
          <a:xfrm>
            <a:off x="477012" y="1608057"/>
            <a:ext cx="11237976" cy="3508622"/>
          </a:xfrm>
          <a:prstGeom prst="rect">
            <a:avLst/>
          </a:prstGeom>
          <a:ln>
            <a:noFill/>
          </a:ln>
          <a:effectLst>
            <a:outerShdw blurRad="190500" algn="tl" rotWithShape="0">
              <a:srgbClr val="000000">
                <a:alpha val="70000"/>
              </a:srgbClr>
            </a:outerShdw>
          </a:effectLst>
        </p:spPr>
      </p:pic>
      <p:pic>
        <p:nvPicPr>
          <p:cNvPr id="7" name="Obraz 6">
            <a:extLst>
              <a:ext uri="{FF2B5EF4-FFF2-40B4-BE49-F238E27FC236}">
                <a16:creationId xmlns:a16="http://schemas.microsoft.com/office/drawing/2014/main" id="{7B2B5BCB-04C7-58D9-6402-F9022ACA00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17158" y="531192"/>
            <a:ext cx="1200226" cy="800151"/>
          </a:xfrm>
          <a:prstGeom prst="rect">
            <a:avLst/>
          </a:prstGeom>
        </p:spPr>
      </p:pic>
      <p:pic>
        <p:nvPicPr>
          <p:cNvPr id="9" name="Obraz 8">
            <a:extLst>
              <a:ext uri="{FF2B5EF4-FFF2-40B4-BE49-F238E27FC236}">
                <a16:creationId xmlns:a16="http://schemas.microsoft.com/office/drawing/2014/main" id="{C7462C5A-6525-4EDE-8575-312B7DF001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3119" y="5393393"/>
            <a:ext cx="928210" cy="618806"/>
          </a:xfrm>
          <a:prstGeom prst="rect">
            <a:avLst/>
          </a:prstGeom>
        </p:spPr>
      </p:pic>
    </p:spTree>
    <p:extLst>
      <p:ext uri="{BB962C8B-B14F-4D97-AF65-F5344CB8AC3E}">
        <p14:creationId xmlns:p14="http://schemas.microsoft.com/office/powerpoint/2010/main" val="24073913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0291313" cy="569343"/>
          </a:xfrm>
        </p:spPr>
        <p:txBody>
          <a:bodyPr/>
          <a:lstStyle/>
          <a:p>
            <a:r>
              <a:rPr lang="pl-PL" sz="3600" err="1"/>
              <a:t>Sharepoint</a:t>
            </a:r>
            <a:r>
              <a:rPr lang="pl-PL" sz="3600"/>
              <a:t> - </a:t>
            </a:r>
            <a:r>
              <a:rPr lang="pl-PL" sz="3600" err="1"/>
              <a:t>Intro</a:t>
            </a:r>
            <a:endParaRPr lang="pl-PL" sz="3600"/>
          </a:p>
        </p:txBody>
      </p:sp>
      <p:pic>
        <p:nvPicPr>
          <p:cNvPr id="3" name="Obraz 2">
            <a:extLst>
              <a:ext uri="{FF2B5EF4-FFF2-40B4-BE49-F238E27FC236}">
                <a16:creationId xmlns:a16="http://schemas.microsoft.com/office/drawing/2014/main" id="{DF0E92F3-C1F2-7354-899D-23F3909D06AE}"/>
              </a:ext>
            </a:extLst>
          </p:cNvPr>
          <p:cNvPicPr>
            <a:picLocks noChangeAspect="1"/>
          </p:cNvPicPr>
          <p:nvPr/>
        </p:nvPicPr>
        <p:blipFill>
          <a:blip r:embed="rId2"/>
          <a:stretch>
            <a:fillRect/>
          </a:stretch>
        </p:blipFill>
        <p:spPr>
          <a:xfrm>
            <a:off x="0" y="2200224"/>
            <a:ext cx="12192000" cy="3609696"/>
          </a:xfrm>
          <a:prstGeom prst="rect">
            <a:avLst/>
          </a:prstGeom>
        </p:spPr>
      </p:pic>
      <p:sp>
        <p:nvSpPr>
          <p:cNvPr id="6" name="pole tekstowe 5">
            <a:extLst>
              <a:ext uri="{FF2B5EF4-FFF2-40B4-BE49-F238E27FC236}">
                <a16:creationId xmlns:a16="http://schemas.microsoft.com/office/drawing/2014/main" id="{EE48FB0C-F5F0-95FA-9964-FE116E3EAAF6}"/>
              </a:ext>
            </a:extLst>
          </p:cNvPr>
          <p:cNvSpPr txBox="1"/>
          <p:nvPr/>
        </p:nvSpPr>
        <p:spPr>
          <a:xfrm>
            <a:off x="632460" y="931268"/>
            <a:ext cx="10927080" cy="1200329"/>
          </a:xfrm>
          <a:prstGeom prst="rect">
            <a:avLst/>
          </a:prstGeom>
          <a:noFill/>
        </p:spPr>
        <p:txBody>
          <a:bodyPr wrap="square" lIns="91440" tIns="45720" rIns="91440" bIns="45720" anchor="t">
            <a:spAutoFit/>
          </a:bodyPr>
          <a:lstStyle/>
          <a:p>
            <a:pPr algn="ctr"/>
            <a:r>
              <a:rPr lang="en-US" b="1" i="0">
                <a:solidFill>
                  <a:srgbClr val="000000"/>
                </a:solidFill>
                <a:effectLst/>
                <a:latin typeface="inherit"/>
              </a:rPr>
              <a:t>Get the latest collaboration tools for business</a:t>
            </a:r>
            <a:endParaRPr lang="pl-PL" b="1" i="0">
              <a:solidFill>
                <a:srgbClr val="000000"/>
              </a:solidFill>
              <a:effectLst/>
              <a:latin typeface="inherit"/>
            </a:endParaRPr>
          </a:p>
          <a:p>
            <a:pPr algn="ctr"/>
            <a:endParaRPr lang="en-US" b="1" i="0">
              <a:solidFill>
                <a:srgbClr val="000000"/>
              </a:solidFill>
              <a:effectLst/>
              <a:latin typeface="inherit"/>
            </a:endParaRPr>
          </a:p>
          <a:p>
            <a:pPr algn="ctr"/>
            <a:r>
              <a:rPr lang="en-US">
                <a:solidFill>
                  <a:srgbClr val="000000"/>
                </a:solidFill>
                <a:latin typeface="Segoe UI"/>
                <a:ea typeface="+mn-lt"/>
                <a:cs typeface="Segoe UI"/>
              </a:rPr>
              <a:t>Managing dispersed teams can be a challenge</a:t>
            </a:r>
            <a:r>
              <a:rPr lang="en-US" b="0" i="0">
                <a:solidFill>
                  <a:srgbClr val="000000"/>
                </a:solidFill>
                <a:effectLst/>
                <a:latin typeface="Segoe UI"/>
                <a:ea typeface="+mn-lt"/>
                <a:cs typeface="Segoe UI"/>
              </a:rPr>
              <a:t>. </a:t>
            </a:r>
            <a:r>
              <a:rPr lang="en-US">
                <a:solidFill>
                  <a:srgbClr val="000000"/>
                </a:solidFill>
                <a:latin typeface="Segoe UI"/>
                <a:ea typeface="+mn-lt"/>
                <a:cs typeface="Segoe UI"/>
              </a:rPr>
              <a:t>Bring people together and empower them to get more done with</a:t>
            </a:r>
            <a:r>
              <a:rPr lang="en-US" b="0" i="0">
                <a:solidFill>
                  <a:srgbClr val="000000"/>
                </a:solidFill>
                <a:effectLst/>
                <a:latin typeface="Segoe UI"/>
                <a:ea typeface="+mn-lt"/>
                <a:cs typeface="Segoe UI"/>
              </a:rPr>
              <a:t> Microsoft Teams.</a:t>
            </a:r>
            <a:endParaRPr lang="en-US">
              <a:latin typeface="Segoe UI"/>
              <a:cs typeface="Segoe UI"/>
            </a:endParaRPr>
          </a:p>
        </p:txBody>
      </p:sp>
      <p:pic>
        <p:nvPicPr>
          <p:cNvPr id="7" name="Obraz 6">
            <a:extLst>
              <a:ext uri="{FF2B5EF4-FFF2-40B4-BE49-F238E27FC236}">
                <a16:creationId xmlns:a16="http://schemas.microsoft.com/office/drawing/2014/main" id="{73BE3C08-4996-0840-5D9E-454172FA28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17158" y="531192"/>
            <a:ext cx="1200226" cy="800151"/>
          </a:xfrm>
          <a:prstGeom prst="rect">
            <a:avLst/>
          </a:prstGeom>
        </p:spPr>
      </p:pic>
      <p:pic>
        <p:nvPicPr>
          <p:cNvPr id="9" name="Obraz 8">
            <a:extLst>
              <a:ext uri="{FF2B5EF4-FFF2-40B4-BE49-F238E27FC236}">
                <a16:creationId xmlns:a16="http://schemas.microsoft.com/office/drawing/2014/main" id="{1DD35EAE-AB2E-D5E4-A0A1-43EA0DA156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7438" y="5123101"/>
            <a:ext cx="1205447" cy="803631"/>
          </a:xfrm>
          <a:prstGeom prst="rect">
            <a:avLst/>
          </a:prstGeom>
        </p:spPr>
      </p:pic>
    </p:spTree>
    <p:extLst>
      <p:ext uri="{BB962C8B-B14F-4D97-AF65-F5344CB8AC3E}">
        <p14:creationId xmlns:p14="http://schemas.microsoft.com/office/powerpoint/2010/main" val="20481738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0291313" cy="569343"/>
          </a:xfrm>
        </p:spPr>
        <p:txBody>
          <a:bodyPr/>
          <a:lstStyle/>
          <a:p>
            <a:r>
              <a:rPr lang="pl-PL" sz="3600" err="1"/>
              <a:t>Sharepoint</a:t>
            </a:r>
            <a:r>
              <a:rPr lang="pl-PL" sz="3600"/>
              <a:t> - </a:t>
            </a:r>
            <a:r>
              <a:rPr lang="pl-PL" sz="3600" err="1"/>
              <a:t>Intro</a:t>
            </a:r>
            <a:endParaRPr lang="pl-PL" sz="3600"/>
          </a:p>
        </p:txBody>
      </p:sp>
      <p:pic>
        <p:nvPicPr>
          <p:cNvPr id="4" name="Obraz 3">
            <a:extLst>
              <a:ext uri="{FF2B5EF4-FFF2-40B4-BE49-F238E27FC236}">
                <a16:creationId xmlns:a16="http://schemas.microsoft.com/office/drawing/2014/main" id="{8D69F927-E679-BDF3-442E-6FDC769A942F}"/>
              </a:ext>
            </a:extLst>
          </p:cNvPr>
          <p:cNvPicPr>
            <a:picLocks noChangeAspect="1"/>
          </p:cNvPicPr>
          <p:nvPr/>
        </p:nvPicPr>
        <p:blipFill>
          <a:blip r:embed="rId2"/>
          <a:stretch>
            <a:fillRect/>
          </a:stretch>
        </p:blipFill>
        <p:spPr>
          <a:xfrm>
            <a:off x="914773" y="2906102"/>
            <a:ext cx="4455760" cy="2900337"/>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10" name="Obraz 9">
            <a:extLst>
              <a:ext uri="{FF2B5EF4-FFF2-40B4-BE49-F238E27FC236}">
                <a16:creationId xmlns:a16="http://schemas.microsoft.com/office/drawing/2014/main" id="{83C43E4C-C12C-7270-AC95-0BDF975EB332}"/>
              </a:ext>
            </a:extLst>
          </p:cNvPr>
          <p:cNvPicPr>
            <a:picLocks noChangeAspect="1"/>
          </p:cNvPicPr>
          <p:nvPr/>
        </p:nvPicPr>
        <p:blipFill>
          <a:blip r:embed="rId3"/>
          <a:stretch>
            <a:fillRect/>
          </a:stretch>
        </p:blipFill>
        <p:spPr>
          <a:xfrm>
            <a:off x="6348611" y="2906102"/>
            <a:ext cx="4012231" cy="2900337"/>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12" name="pole tekstowe 11">
            <a:extLst>
              <a:ext uri="{FF2B5EF4-FFF2-40B4-BE49-F238E27FC236}">
                <a16:creationId xmlns:a16="http://schemas.microsoft.com/office/drawing/2014/main" id="{63FD47C4-450F-B983-93B0-8A592374AC60}"/>
              </a:ext>
            </a:extLst>
          </p:cNvPr>
          <p:cNvSpPr txBox="1"/>
          <p:nvPr/>
        </p:nvSpPr>
        <p:spPr>
          <a:xfrm>
            <a:off x="6348611" y="1283266"/>
            <a:ext cx="4700016" cy="1477328"/>
          </a:xfrm>
          <a:prstGeom prst="rect">
            <a:avLst/>
          </a:prstGeom>
          <a:noFill/>
        </p:spPr>
        <p:txBody>
          <a:bodyPr wrap="square">
            <a:spAutoFit/>
          </a:bodyPr>
          <a:lstStyle/>
          <a:p>
            <a:pPr algn="l"/>
            <a:r>
              <a:rPr lang="en-US" b="1" i="0">
                <a:solidFill>
                  <a:srgbClr val="000000"/>
                </a:solidFill>
                <a:effectLst/>
                <a:latin typeface="Segoe UI" panose="020B0502040204020203" pitchFamily="34" charset="0"/>
              </a:rPr>
              <a:t>Make plans together</a:t>
            </a:r>
          </a:p>
          <a:p>
            <a:pPr algn="l"/>
            <a:r>
              <a:rPr lang="en-US" b="0" i="0">
                <a:solidFill>
                  <a:srgbClr val="000000"/>
                </a:solidFill>
                <a:effectLst/>
                <a:latin typeface="Segoe UI" panose="020B0502040204020203" pitchFamily="34" charset="0"/>
              </a:rPr>
              <a:t>Plan activities more easily with chats, tasks, and shared to-do lists. Make decisions faster with instant polls, and share meeting invites directly in a group chat.</a:t>
            </a:r>
          </a:p>
        </p:txBody>
      </p:sp>
      <p:sp>
        <p:nvSpPr>
          <p:cNvPr id="14" name="pole tekstowe 13">
            <a:extLst>
              <a:ext uri="{FF2B5EF4-FFF2-40B4-BE49-F238E27FC236}">
                <a16:creationId xmlns:a16="http://schemas.microsoft.com/office/drawing/2014/main" id="{68B6EC3B-EC0E-C4AB-DD43-E5A26E46C4BC}"/>
              </a:ext>
            </a:extLst>
          </p:cNvPr>
          <p:cNvSpPr txBox="1"/>
          <p:nvPr/>
        </p:nvSpPr>
        <p:spPr>
          <a:xfrm>
            <a:off x="914773" y="1283266"/>
            <a:ext cx="4455760" cy="1477328"/>
          </a:xfrm>
          <a:prstGeom prst="rect">
            <a:avLst/>
          </a:prstGeom>
          <a:noFill/>
        </p:spPr>
        <p:txBody>
          <a:bodyPr wrap="square">
            <a:spAutoFit/>
          </a:bodyPr>
          <a:lstStyle/>
          <a:p>
            <a:pPr algn="l"/>
            <a:r>
              <a:rPr lang="en-US" b="1" i="0">
                <a:solidFill>
                  <a:srgbClr val="000000"/>
                </a:solidFill>
                <a:effectLst/>
                <a:latin typeface="Segoe UI" panose="020B0502040204020203" pitchFamily="34" charset="0"/>
              </a:rPr>
              <a:t>Organize your life</a:t>
            </a:r>
          </a:p>
          <a:p>
            <a:pPr algn="l"/>
            <a:r>
              <a:rPr lang="en-US" b="0" i="0">
                <a:solidFill>
                  <a:srgbClr val="000000"/>
                </a:solidFill>
                <a:effectLst/>
                <a:latin typeface="Segoe UI" panose="020B0502040204020203" pitchFamily="34" charset="0"/>
              </a:rPr>
              <a:t>Keep everything you need in one place: chats, meetups, files, and tasks. See activities, events, grocery lists, and chores from a single dashboard.</a:t>
            </a:r>
          </a:p>
        </p:txBody>
      </p:sp>
      <p:cxnSp>
        <p:nvCxnSpPr>
          <p:cNvPr id="16" name="Łącznik prosty 15">
            <a:extLst>
              <a:ext uri="{FF2B5EF4-FFF2-40B4-BE49-F238E27FC236}">
                <a16:creationId xmlns:a16="http://schemas.microsoft.com/office/drawing/2014/main" id="{041CE4EC-A318-E38D-0BEC-D8326FB40C02}"/>
              </a:ext>
            </a:extLst>
          </p:cNvPr>
          <p:cNvCxnSpPr/>
          <p:nvPr/>
        </p:nvCxnSpPr>
        <p:spPr>
          <a:xfrm>
            <a:off x="5843016" y="1078992"/>
            <a:ext cx="0" cy="4928616"/>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27241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tekstu 2">
            <a:extLst>
              <a:ext uri="{FF2B5EF4-FFF2-40B4-BE49-F238E27FC236}">
                <a16:creationId xmlns:a16="http://schemas.microsoft.com/office/drawing/2014/main" id="{41A6967E-EF9E-D540-750A-56586B652A6A}"/>
              </a:ext>
            </a:extLst>
          </p:cNvPr>
          <p:cNvSpPr>
            <a:spLocks noGrp="1"/>
          </p:cNvSpPr>
          <p:nvPr>
            <p:ph type="body" sz="quarter" idx="10"/>
          </p:nvPr>
        </p:nvSpPr>
        <p:spPr>
          <a:xfrm>
            <a:off x="2979215" y="4902530"/>
            <a:ext cx="6233569" cy="914400"/>
          </a:xfrm>
        </p:spPr>
        <p:txBody>
          <a:bodyPr/>
          <a:lstStyle/>
          <a:p>
            <a:pPr marL="0" indent="0">
              <a:buNone/>
            </a:pPr>
            <a:r>
              <a:rPr lang="pl-PL" sz="2800" err="1"/>
              <a:t>Sharepoint</a:t>
            </a:r>
            <a:r>
              <a:rPr lang="pl-PL" sz="2800"/>
              <a:t> Online Administration </a:t>
            </a:r>
            <a:r>
              <a:rPr lang="pl-PL" sz="2800" err="1"/>
              <a:t>Toolbox</a:t>
            </a:r>
            <a:endParaRPr lang="pl-PL"/>
          </a:p>
        </p:txBody>
      </p:sp>
      <p:pic>
        <p:nvPicPr>
          <p:cNvPr id="5" name="Obraz 4">
            <a:extLst>
              <a:ext uri="{FF2B5EF4-FFF2-40B4-BE49-F238E27FC236}">
                <a16:creationId xmlns:a16="http://schemas.microsoft.com/office/drawing/2014/main" id="{FF704FE1-8340-9E21-35A5-5A5A7663D1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9782" y="1705305"/>
            <a:ext cx="4514850" cy="3009900"/>
          </a:xfrm>
          <a:prstGeom prst="rect">
            <a:avLst/>
          </a:prstGeom>
        </p:spPr>
      </p:pic>
    </p:spTree>
    <p:extLst>
      <p:ext uri="{BB962C8B-B14F-4D97-AF65-F5344CB8AC3E}">
        <p14:creationId xmlns:p14="http://schemas.microsoft.com/office/powerpoint/2010/main" val="32364666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0291313" cy="569343"/>
          </a:xfrm>
        </p:spPr>
        <p:txBody>
          <a:bodyPr/>
          <a:lstStyle/>
          <a:p>
            <a:r>
              <a:rPr lang="pl-PL" sz="3600" err="1"/>
              <a:t>Sharepoint</a:t>
            </a:r>
            <a:r>
              <a:rPr lang="pl-PL" sz="3600"/>
              <a:t> Administration </a:t>
            </a:r>
            <a:r>
              <a:rPr lang="pl-PL" sz="3600" err="1"/>
              <a:t>Toolbox</a:t>
            </a:r>
            <a:endParaRPr lang="pl-PL" sz="3600"/>
          </a:p>
        </p:txBody>
      </p:sp>
      <p:sp>
        <p:nvSpPr>
          <p:cNvPr id="9" name="Symbol zastępczy tekstu 8">
            <a:extLst>
              <a:ext uri="{FF2B5EF4-FFF2-40B4-BE49-F238E27FC236}">
                <a16:creationId xmlns:a16="http://schemas.microsoft.com/office/drawing/2014/main" id="{12B6E370-EABE-CA30-2460-E29445B44796}"/>
              </a:ext>
            </a:extLst>
          </p:cNvPr>
          <p:cNvSpPr>
            <a:spLocks noGrp="1"/>
          </p:cNvSpPr>
          <p:nvPr>
            <p:ph type="body" sz="quarter" idx="10"/>
          </p:nvPr>
        </p:nvSpPr>
        <p:spPr>
          <a:xfrm>
            <a:off x="415505" y="1195836"/>
            <a:ext cx="11325045" cy="4834028"/>
          </a:xfrm>
        </p:spPr>
        <p:txBody>
          <a:bodyPr/>
          <a:lstStyle/>
          <a:p>
            <a:r>
              <a:rPr lang="pl-PL" err="1"/>
              <a:t>Responsible</a:t>
            </a:r>
            <a:r>
              <a:rPr lang="pl-PL"/>
              <a:t> for </a:t>
            </a:r>
            <a:r>
              <a:rPr lang="pl-PL" err="1"/>
              <a:t>all</a:t>
            </a:r>
            <a:r>
              <a:rPr lang="pl-PL"/>
              <a:t> of the </a:t>
            </a:r>
            <a:r>
              <a:rPr lang="pl-PL" err="1"/>
              <a:t>aspects</a:t>
            </a:r>
            <a:r>
              <a:rPr lang="pl-PL"/>
              <a:t> of the SharePoint Online Service</a:t>
            </a:r>
          </a:p>
          <a:p>
            <a:pPr lvl="1"/>
            <a:r>
              <a:rPr lang="pl-PL" err="1"/>
              <a:t>Maintenance</a:t>
            </a:r>
            <a:r>
              <a:rPr lang="pl-PL"/>
              <a:t> and </a:t>
            </a:r>
            <a:r>
              <a:rPr lang="pl-PL" err="1"/>
              <a:t>Configuration</a:t>
            </a:r>
            <a:endParaRPr lang="pl-PL"/>
          </a:p>
          <a:p>
            <a:pPr lvl="1"/>
            <a:r>
              <a:rPr lang="pl-PL"/>
              <a:t>User </a:t>
            </a:r>
            <a:r>
              <a:rPr lang="pl-PL" err="1"/>
              <a:t>Adoption</a:t>
            </a:r>
            <a:r>
              <a:rPr lang="pl-PL"/>
              <a:t> and </a:t>
            </a:r>
            <a:r>
              <a:rPr lang="pl-PL" err="1"/>
              <a:t>change</a:t>
            </a:r>
            <a:r>
              <a:rPr lang="pl-PL"/>
              <a:t> management</a:t>
            </a:r>
          </a:p>
          <a:p>
            <a:pPr lvl="1"/>
            <a:r>
              <a:rPr lang="pl-PL" err="1"/>
              <a:t>Governance</a:t>
            </a:r>
            <a:endParaRPr lang="pl-PL"/>
          </a:p>
          <a:p>
            <a:pPr lvl="1"/>
            <a:r>
              <a:rPr lang="pl-PL"/>
              <a:t>Security &amp; </a:t>
            </a:r>
            <a:r>
              <a:rPr lang="pl-PL" err="1"/>
              <a:t>External</a:t>
            </a:r>
            <a:r>
              <a:rPr lang="pl-PL"/>
              <a:t> </a:t>
            </a:r>
            <a:r>
              <a:rPr lang="pl-PL" err="1"/>
              <a:t>Sharing</a:t>
            </a:r>
            <a:endParaRPr lang="pl-PL"/>
          </a:p>
          <a:p>
            <a:pPr lvl="1"/>
            <a:endParaRPr lang="pl-PL"/>
          </a:p>
          <a:p>
            <a:r>
              <a:rPr lang="pl-PL"/>
              <a:t>SharePoint Online </a:t>
            </a:r>
            <a:r>
              <a:rPr lang="pl-PL" err="1"/>
              <a:t>is</a:t>
            </a:r>
            <a:r>
              <a:rPr lang="pl-PL"/>
              <a:t> the file </a:t>
            </a:r>
            <a:r>
              <a:rPr lang="pl-PL" err="1"/>
              <a:t>storage</a:t>
            </a:r>
            <a:r>
              <a:rPr lang="pl-PL"/>
              <a:t> </a:t>
            </a:r>
            <a:r>
              <a:rPr lang="pl-PL" err="1"/>
              <a:t>solution</a:t>
            </a:r>
            <a:r>
              <a:rPr lang="pl-PL"/>
              <a:t> for </a:t>
            </a:r>
            <a:r>
              <a:rPr lang="pl-PL" err="1"/>
              <a:t>othe</a:t>
            </a:r>
            <a:r>
              <a:rPr lang="pl-PL"/>
              <a:t> Office 365 Services</a:t>
            </a:r>
          </a:p>
          <a:p>
            <a:pPr lvl="1"/>
            <a:r>
              <a:rPr lang="pl-PL" err="1"/>
              <a:t>Teams</a:t>
            </a:r>
            <a:endParaRPr lang="pl-PL"/>
          </a:p>
          <a:p>
            <a:pPr lvl="1"/>
            <a:r>
              <a:rPr lang="pl-PL"/>
              <a:t>Yammer</a:t>
            </a:r>
          </a:p>
          <a:p>
            <a:pPr lvl="1"/>
            <a:endParaRPr lang="pl-PL"/>
          </a:p>
          <a:p>
            <a:r>
              <a:rPr lang="pl-PL" err="1"/>
              <a:t>Usually</a:t>
            </a:r>
            <a:r>
              <a:rPr lang="pl-PL"/>
              <a:t> </a:t>
            </a:r>
            <a:r>
              <a:rPr lang="pl-PL" err="1"/>
              <a:t>also</a:t>
            </a:r>
            <a:r>
              <a:rPr lang="pl-PL"/>
              <a:t> </a:t>
            </a:r>
            <a:r>
              <a:rPr lang="pl-PL" err="1"/>
              <a:t>resposible</a:t>
            </a:r>
            <a:r>
              <a:rPr lang="pl-PL"/>
              <a:t> of OneDrive for Business</a:t>
            </a:r>
          </a:p>
        </p:txBody>
      </p:sp>
    </p:spTree>
    <p:extLst>
      <p:ext uri="{BB962C8B-B14F-4D97-AF65-F5344CB8AC3E}">
        <p14:creationId xmlns:p14="http://schemas.microsoft.com/office/powerpoint/2010/main" val="17390158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0291313" cy="569343"/>
          </a:xfrm>
        </p:spPr>
        <p:txBody>
          <a:bodyPr/>
          <a:lstStyle/>
          <a:p>
            <a:r>
              <a:rPr lang="pl-PL" sz="3600" err="1"/>
              <a:t>Sharepoint</a:t>
            </a:r>
            <a:r>
              <a:rPr lang="pl-PL" sz="3600"/>
              <a:t> Administration </a:t>
            </a:r>
            <a:r>
              <a:rPr lang="pl-PL" sz="3600" err="1"/>
              <a:t>Toolbox</a:t>
            </a:r>
            <a:endParaRPr lang="pl-PL" sz="3600"/>
          </a:p>
        </p:txBody>
      </p:sp>
      <p:sp>
        <p:nvSpPr>
          <p:cNvPr id="4" name="Prostokąt 3">
            <a:extLst>
              <a:ext uri="{FF2B5EF4-FFF2-40B4-BE49-F238E27FC236}">
                <a16:creationId xmlns:a16="http://schemas.microsoft.com/office/drawing/2014/main" id="{D9E5E373-7805-D631-818A-AC9BB7EEFCEE}"/>
              </a:ext>
            </a:extLst>
          </p:cNvPr>
          <p:cNvSpPr/>
          <p:nvPr/>
        </p:nvSpPr>
        <p:spPr>
          <a:xfrm>
            <a:off x="1647646" y="2449901"/>
            <a:ext cx="3700732" cy="23463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l-PL"/>
              <a:t>The SharePoint Online Admin Center</a:t>
            </a:r>
          </a:p>
        </p:txBody>
      </p:sp>
      <p:sp>
        <p:nvSpPr>
          <p:cNvPr id="5" name="Prostokąt 4">
            <a:extLst>
              <a:ext uri="{FF2B5EF4-FFF2-40B4-BE49-F238E27FC236}">
                <a16:creationId xmlns:a16="http://schemas.microsoft.com/office/drawing/2014/main" id="{1753CAAC-1F45-B3B2-C9FF-EAEA22D24807}"/>
              </a:ext>
            </a:extLst>
          </p:cNvPr>
          <p:cNvSpPr/>
          <p:nvPr/>
        </p:nvSpPr>
        <p:spPr>
          <a:xfrm>
            <a:off x="6475562" y="2449901"/>
            <a:ext cx="3700732" cy="23463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l-PL"/>
              <a:t>PowerShell</a:t>
            </a:r>
          </a:p>
        </p:txBody>
      </p:sp>
      <p:sp>
        <p:nvSpPr>
          <p:cNvPr id="6" name="pole tekstowe 5">
            <a:extLst>
              <a:ext uri="{FF2B5EF4-FFF2-40B4-BE49-F238E27FC236}">
                <a16:creationId xmlns:a16="http://schemas.microsoft.com/office/drawing/2014/main" id="{4A67E6B5-3A36-0EF5-AEFE-EE9B063CA07F}"/>
              </a:ext>
            </a:extLst>
          </p:cNvPr>
          <p:cNvSpPr txBox="1"/>
          <p:nvPr/>
        </p:nvSpPr>
        <p:spPr>
          <a:xfrm>
            <a:off x="2734573" y="1471605"/>
            <a:ext cx="6512944" cy="400110"/>
          </a:xfrm>
          <a:prstGeom prst="rect">
            <a:avLst/>
          </a:prstGeom>
          <a:noFill/>
        </p:spPr>
        <p:txBody>
          <a:bodyPr wrap="square" rtlCol="0">
            <a:spAutoFit/>
          </a:bodyPr>
          <a:lstStyle/>
          <a:p>
            <a:r>
              <a:rPr lang="pl-PL" sz="2000" err="1"/>
              <a:t>What</a:t>
            </a:r>
            <a:r>
              <a:rPr lang="pl-PL" sz="2000"/>
              <a:t> </a:t>
            </a:r>
            <a:r>
              <a:rPr lang="pl-PL" sz="2000" err="1"/>
              <a:t>tools</a:t>
            </a:r>
            <a:r>
              <a:rPr lang="pl-PL" sz="2000"/>
              <a:t> Do </a:t>
            </a:r>
            <a:r>
              <a:rPr lang="pl-PL" sz="2000" err="1"/>
              <a:t>You</a:t>
            </a:r>
            <a:r>
              <a:rPr lang="pl-PL" sz="2000"/>
              <a:t> </a:t>
            </a:r>
            <a:r>
              <a:rPr lang="pl-PL" sz="2000" err="1"/>
              <a:t>uses</a:t>
            </a:r>
            <a:r>
              <a:rPr lang="pl-PL" sz="2000"/>
              <a:t> as a </a:t>
            </a:r>
            <a:r>
              <a:rPr lang="pl-PL" sz="2000" err="1"/>
              <a:t>Sharepoint</a:t>
            </a:r>
            <a:r>
              <a:rPr lang="pl-PL" sz="2000"/>
              <a:t> Online Administrator</a:t>
            </a:r>
          </a:p>
        </p:txBody>
      </p:sp>
    </p:spTree>
    <p:extLst>
      <p:ext uri="{BB962C8B-B14F-4D97-AF65-F5344CB8AC3E}">
        <p14:creationId xmlns:p14="http://schemas.microsoft.com/office/powerpoint/2010/main" val="6734550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0291313" cy="569343"/>
          </a:xfrm>
        </p:spPr>
        <p:txBody>
          <a:bodyPr/>
          <a:lstStyle/>
          <a:p>
            <a:r>
              <a:rPr lang="pl-PL" sz="3600" err="1"/>
              <a:t>Sharepoint</a:t>
            </a:r>
            <a:r>
              <a:rPr lang="pl-PL" sz="3600"/>
              <a:t> Administration </a:t>
            </a:r>
            <a:r>
              <a:rPr lang="pl-PL" sz="3600" err="1"/>
              <a:t>Toolbox</a:t>
            </a:r>
            <a:endParaRPr lang="pl-PL" sz="3600"/>
          </a:p>
        </p:txBody>
      </p:sp>
      <p:sp>
        <p:nvSpPr>
          <p:cNvPr id="9" name="Symbol zastępczy tekstu 8">
            <a:extLst>
              <a:ext uri="{FF2B5EF4-FFF2-40B4-BE49-F238E27FC236}">
                <a16:creationId xmlns:a16="http://schemas.microsoft.com/office/drawing/2014/main" id="{12B6E370-EABE-CA30-2460-E29445B44796}"/>
              </a:ext>
            </a:extLst>
          </p:cNvPr>
          <p:cNvSpPr>
            <a:spLocks noGrp="1"/>
          </p:cNvSpPr>
          <p:nvPr>
            <p:ph type="body" sz="quarter" idx="10"/>
          </p:nvPr>
        </p:nvSpPr>
        <p:spPr>
          <a:xfrm>
            <a:off x="433477" y="2320506"/>
            <a:ext cx="11325045" cy="1694013"/>
          </a:xfrm>
        </p:spPr>
        <p:txBody>
          <a:bodyPr/>
          <a:lstStyle/>
          <a:p>
            <a:r>
              <a:rPr lang="pl-PL" err="1"/>
              <a:t>Requirements</a:t>
            </a:r>
            <a:endParaRPr lang="pl-PL"/>
          </a:p>
          <a:p>
            <a:pPr lvl="1"/>
            <a:r>
              <a:rPr lang="pl-PL" err="1"/>
              <a:t>Sharepoint</a:t>
            </a:r>
            <a:r>
              <a:rPr lang="pl-PL"/>
              <a:t> admin role in M365</a:t>
            </a:r>
          </a:p>
          <a:p>
            <a:pPr lvl="1"/>
            <a:r>
              <a:rPr lang="pl-PL"/>
              <a:t>Service Administrator role in M365</a:t>
            </a:r>
          </a:p>
          <a:p>
            <a:pPr lvl="2"/>
            <a:r>
              <a:rPr lang="pl-PL" err="1"/>
              <a:t>See</a:t>
            </a:r>
            <a:r>
              <a:rPr lang="pl-PL"/>
              <a:t> </a:t>
            </a:r>
            <a:r>
              <a:rPr lang="pl-PL" err="1"/>
              <a:t>information</a:t>
            </a:r>
            <a:r>
              <a:rPr lang="pl-PL"/>
              <a:t> on the service </a:t>
            </a:r>
            <a:r>
              <a:rPr lang="pl-PL" err="1"/>
              <a:t>health</a:t>
            </a:r>
            <a:r>
              <a:rPr lang="pl-PL"/>
              <a:t> and </a:t>
            </a:r>
            <a:r>
              <a:rPr lang="pl-PL" err="1"/>
              <a:t>message</a:t>
            </a:r>
            <a:r>
              <a:rPr lang="pl-PL"/>
              <a:t> </a:t>
            </a:r>
            <a:r>
              <a:rPr lang="pl-PL" err="1"/>
              <a:t>center</a:t>
            </a:r>
            <a:endParaRPr lang="pl-PL"/>
          </a:p>
        </p:txBody>
      </p:sp>
    </p:spTree>
    <p:extLst>
      <p:ext uri="{BB962C8B-B14F-4D97-AF65-F5344CB8AC3E}">
        <p14:creationId xmlns:p14="http://schemas.microsoft.com/office/powerpoint/2010/main" val="41405922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0291313" cy="569343"/>
          </a:xfrm>
        </p:spPr>
        <p:txBody>
          <a:bodyPr/>
          <a:lstStyle/>
          <a:p>
            <a:r>
              <a:rPr lang="pl-PL" sz="3600" err="1"/>
              <a:t>Sharepoint</a:t>
            </a:r>
            <a:r>
              <a:rPr lang="pl-PL" sz="3600"/>
              <a:t> Administration </a:t>
            </a:r>
            <a:r>
              <a:rPr lang="pl-PL" sz="3600" err="1"/>
              <a:t>Toolbox</a:t>
            </a:r>
            <a:endParaRPr lang="pl-PL" sz="3600"/>
          </a:p>
        </p:txBody>
      </p:sp>
      <p:sp>
        <p:nvSpPr>
          <p:cNvPr id="9" name="Symbol zastępczy tekstu 8">
            <a:extLst>
              <a:ext uri="{FF2B5EF4-FFF2-40B4-BE49-F238E27FC236}">
                <a16:creationId xmlns:a16="http://schemas.microsoft.com/office/drawing/2014/main" id="{12B6E370-EABE-CA30-2460-E29445B44796}"/>
              </a:ext>
            </a:extLst>
          </p:cNvPr>
          <p:cNvSpPr>
            <a:spLocks noGrp="1"/>
          </p:cNvSpPr>
          <p:nvPr>
            <p:ph type="body" sz="quarter" idx="10"/>
          </p:nvPr>
        </p:nvSpPr>
        <p:spPr>
          <a:xfrm>
            <a:off x="243696" y="1052423"/>
            <a:ext cx="4923527" cy="569344"/>
          </a:xfrm>
        </p:spPr>
        <p:txBody>
          <a:bodyPr/>
          <a:lstStyle/>
          <a:p>
            <a:pPr marL="0" indent="0">
              <a:buNone/>
            </a:pPr>
            <a:r>
              <a:rPr lang="pl-PL" sz="1800" err="1"/>
              <a:t>ShrePoint</a:t>
            </a:r>
            <a:r>
              <a:rPr lang="pl-PL" sz="1800"/>
              <a:t> Online Admin Center</a:t>
            </a:r>
          </a:p>
        </p:txBody>
      </p:sp>
      <p:sp>
        <p:nvSpPr>
          <p:cNvPr id="2" name="Symbol zastępczy tekstu 8">
            <a:extLst>
              <a:ext uri="{FF2B5EF4-FFF2-40B4-BE49-F238E27FC236}">
                <a16:creationId xmlns:a16="http://schemas.microsoft.com/office/drawing/2014/main" id="{F000CB79-FB14-ECD4-C1F2-72C1826098A4}"/>
              </a:ext>
            </a:extLst>
          </p:cNvPr>
          <p:cNvSpPr txBox="1">
            <a:spLocks/>
          </p:cNvSpPr>
          <p:nvPr/>
        </p:nvSpPr>
        <p:spPr>
          <a:xfrm>
            <a:off x="3228435" y="1052423"/>
            <a:ext cx="4923527" cy="56934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pl-PL" sz="1800"/>
              <a:t>https://&lt;tenant&gt;-admin.sharepoint.com</a:t>
            </a:r>
          </a:p>
        </p:txBody>
      </p:sp>
      <p:pic>
        <p:nvPicPr>
          <p:cNvPr id="5" name="Obraz 4">
            <a:extLst>
              <a:ext uri="{FF2B5EF4-FFF2-40B4-BE49-F238E27FC236}">
                <a16:creationId xmlns:a16="http://schemas.microsoft.com/office/drawing/2014/main" id="{FA58CA9E-45C6-4D58-9254-40C995B1772F}"/>
              </a:ext>
            </a:extLst>
          </p:cNvPr>
          <p:cNvPicPr>
            <a:picLocks noChangeAspect="1"/>
          </p:cNvPicPr>
          <p:nvPr/>
        </p:nvPicPr>
        <p:blipFill>
          <a:blip r:embed="rId2"/>
          <a:stretch>
            <a:fillRect/>
          </a:stretch>
        </p:blipFill>
        <p:spPr>
          <a:xfrm>
            <a:off x="1656587" y="1421494"/>
            <a:ext cx="9369209" cy="4384083"/>
          </a:xfrm>
          <a:prstGeom prst="rect">
            <a:avLst/>
          </a:prstGeom>
        </p:spPr>
      </p:pic>
    </p:spTree>
    <p:extLst>
      <p:ext uri="{BB962C8B-B14F-4D97-AF65-F5344CB8AC3E}">
        <p14:creationId xmlns:p14="http://schemas.microsoft.com/office/powerpoint/2010/main" val="34743791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0291313" cy="569343"/>
          </a:xfrm>
        </p:spPr>
        <p:txBody>
          <a:bodyPr/>
          <a:lstStyle/>
          <a:p>
            <a:r>
              <a:rPr lang="pl-PL" sz="3600" err="1"/>
              <a:t>Sharepoint</a:t>
            </a:r>
            <a:r>
              <a:rPr lang="pl-PL" sz="3600"/>
              <a:t> Administration </a:t>
            </a:r>
            <a:r>
              <a:rPr lang="pl-PL" sz="3600" err="1"/>
              <a:t>Toolbox</a:t>
            </a:r>
            <a:endParaRPr lang="pl-PL" sz="3600"/>
          </a:p>
        </p:txBody>
      </p:sp>
      <p:sp>
        <p:nvSpPr>
          <p:cNvPr id="9" name="Symbol zastępczy tekstu 8">
            <a:extLst>
              <a:ext uri="{FF2B5EF4-FFF2-40B4-BE49-F238E27FC236}">
                <a16:creationId xmlns:a16="http://schemas.microsoft.com/office/drawing/2014/main" id="{12B6E370-EABE-CA30-2460-E29445B44796}"/>
              </a:ext>
            </a:extLst>
          </p:cNvPr>
          <p:cNvSpPr>
            <a:spLocks noGrp="1"/>
          </p:cNvSpPr>
          <p:nvPr>
            <p:ph type="body" sz="quarter" idx="10"/>
          </p:nvPr>
        </p:nvSpPr>
        <p:spPr>
          <a:xfrm>
            <a:off x="243696" y="871269"/>
            <a:ext cx="4923527" cy="569344"/>
          </a:xfrm>
        </p:spPr>
        <p:txBody>
          <a:bodyPr/>
          <a:lstStyle/>
          <a:p>
            <a:pPr marL="0" indent="0">
              <a:buNone/>
            </a:pPr>
            <a:r>
              <a:rPr lang="pl-PL" sz="1800" err="1"/>
              <a:t>Powershell</a:t>
            </a:r>
            <a:endParaRPr lang="pl-PL" sz="1800"/>
          </a:p>
        </p:txBody>
      </p:sp>
      <p:pic>
        <p:nvPicPr>
          <p:cNvPr id="7" name="Obraz 6">
            <a:extLst>
              <a:ext uri="{FF2B5EF4-FFF2-40B4-BE49-F238E27FC236}">
                <a16:creationId xmlns:a16="http://schemas.microsoft.com/office/drawing/2014/main" id="{22E31F16-84B3-AF32-F24D-A3D4D5534D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50363" y="0"/>
            <a:ext cx="2041637" cy="1388313"/>
          </a:xfrm>
          <a:prstGeom prst="rect">
            <a:avLst/>
          </a:prstGeom>
        </p:spPr>
      </p:pic>
      <p:sp>
        <p:nvSpPr>
          <p:cNvPr id="13" name="pole tekstowe 12">
            <a:extLst>
              <a:ext uri="{FF2B5EF4-FFF2-40B4-BE49-F238E27FC236}">
                <a16:creationId xmlns:a16="http://schemas.microsoft.com/office/drawing/2014/main" id="{2125B57E-0626-FD93-98BE-246C66A25CF0}"/>
              </a:ext>
            </a:extLst>
          </p:cNvPr>
          <p:cNvSpPr txBox="1"/>
          <p:nvPr/>
        </p:nvSpPr>
        <p:spPr>
          <a:xfrm>
            <a:off x="243696" y="1327928"/>
            <a:ext cx="11557240" cy="4801314"/>
          </a:xfrm>
          <a:prstGeom prst="rect">
            <a:avLst/>
          </a:prstGeom>
          <a:noFill/>
        </p:spPr>
        <p:txBody>
          <a:bodyPr wrap="square">
            <a:spAutoFit/>
          </a:bodyPr>
          <a:lstStyle/>
          <a:p>
            <a:r>
              <a:rPr lang="pl-PL" b="0">
                <a:solidFill>
                  <a:srgbClr val="6A9955"/>
                </a:solidFill>
                <a:effectLst/>
                <a:latin typeface="Consolas" panose="020B0609020204030204" pitchFamily="49" charset="0"/>
              </a:rPr>
              <a:t>#check </a:t>
            </a:r>
            <a:r>
              <a:rPr lang="pl-PL" b="0" err="1">
                <a:solidFill>
                  <a:srgbClr val="6A9955"/>
                </a:solidFill>
                <a:effectLst/>
                <a:latin typeface="Consolas" panose="020B0609020204030204" pitchFamily="49" charset="0"/>
              </a:rPr>
              <a:t>if</a:t>
            </a:r>
            <a:r>
              <a:rPr lang="pl-PL" b="0">
                <a:solidFill>
                  <a:srgbClr val="6A9955"/>
                </a:solidFill>
                <a:effectLst/>
                <a:latin typeface="Consolas" panose="020B0609020204030204" pitchFamily="49" charset="0"/>
              </a:rPr>
              <a:t> </a:t>
            </a:r>
            <a:r>
              <a:rPr lang="pl-PL" b="0" err="1">
                <a:solidFill>
                  <a:srgbClr val="6A9955"/>
                </a:solidFill>
                <a:effectLst/>
                <a:latin typeface="Consolas" panose="020B0609020204030204" pitchFamily="49" charset="0"/>
              </a:rPr>
              <a:t>you</a:t>
            </a:r>
            <a:r>
              <a:rPr lang="pl-PL" b="0">
                <a:solidFill>
                  <a:srgbClr val="6A9955"/>
                </a:solidFill>
                <a:effectLst/>
                <a:latin typeface="Consolas" panose="020B0609020204030204" pitchFamily="49" charset="0"/>
              </a:rPr>
              <a:t> </a:t>
            </a:r>
            <a:r>
              <a:rPr lang="pl-PL" b="0" err="1">
                <a:solidFill>
                  <a:srgbClr val="6A9955"/>
                </a:solidFill>
                <a:effectLst/>
                <a:latin typeface="Consolas" panose="020B0609020204030204" pitchFamily="49" charset="0"/>
              </a:rPr>
              <a:t>have</a:t>
            </a:r>
            <a:r>
              <a:rPr lang="pl-PL" b="0">
                <a:solidFill>
                  <a:srgbClr val="6A9955"/>
                </a:solidFill>
                <a:effectLst/>
                <a:latin typeface="Consolas" panose="020B0609020204030204" pitchFamily="49" charset="0"/>
              </a:rPr>
              <a:t> </a:t>
            </a:r>
            <a:r>
              <a:rPr lang="pl-PL" b="0" err="1">
                <a:solidFill>
                  <a:srgbClr val="6A9955"/>
                </a:solidFill>
                <a:effectLst/>
                <a:latin typeface="Consolas" panose="020B0609020204030204" pitchFamily="49" charset="0"/>
              </a:rPr>
              <a:t>already</a:t>
            </a:r>
            <a:r>
              <a:rPr lang="pl-PL" b="0">
                <a:solidFill>
                  <a:srgbClr val="6A9955"/>
                </a:solidFill>
                <a:effectLst/>
                <a:latin typeface="Consolas" panose="020B0609020204030204" pitchFamily="49" charset="0"/>
              </a:rPr>
              <a:t> </a:t>
            </a:r>
            <a:r>
              <a:rPr lang="pl-PL" b="0" err="1">
                <a:solidFill>
                  <a:srgbClr val="6A9955"/>
                </a:solidFill>
                <a:effectLst/>
                <a:latin typeface="Consolas" panose="020B0609020204030204" pitchFamily="49" charset="0"/>
              </a:rPr>
              <a:t>installed</a:t>
            </a:r>
            <a:r>
              <a:rPr lang="pl-PL" b="0">
                <a:solidFill>
                  <a:srgbClr val="6A9955"/>
                </a:solidFill>
                <a:effectLst/>
                <a:latin typeface="Consolas" panose="020B0609020204030204" pitchFamily="49" charset="0"/>
              </a:rPr>
              <a:t> the SharePoint Online Management Shell by </a:t>
            </a:r>
            <a:r>
              <a:rPr lang="pl-PL" b="0" err="1">
                <a:solidFill>
                  <a:srgbClr val="6A9955"/>
                </a:solidFill>
                <a:effectLst/>
                <a:latin typeface="Consolas" panose="020B0609020204030204" pitchFamily="49" charset="0"/>
              </a:rPr>
              <a:t>running</a:t>
            </a:r>
            <a:r>
              <a:rPr lang="pl-PL" b="0">
                <a:solidFill>
                  <a:srgbClr val="6A9955"/>
                </a:solidFill>
                <a:effectLst/>
                <a:latin typeface="Consolas" panose="020B0609020204030204" pitchFamily="49" charset="0"/>
              </a:rPr>
              <a:t> the </a:t>
            </a:r>
            <a:r>
              <a:rPr lang="pl-PL" b="0" err="1">
                <a:solidFill>
                  <a:srgbClr val="6A9955"/>
                </a:solidFill>
                <a:effectLst/>
                <a:latin typeface="Consolas" panose="020B0609020204030204" pitchFamily="49" charset="0"/>
              </a:rPr>
              <a:t>following</a:t>
            </a:r>
            <a:r>
              <a:rPr lang="pl-PL" b="0">
                <a:solidFill>
                  <a:srgbClr val="6A9955"/>
                </a:solidFill>
                <a:effectLst/>
                <a:latin typeface="Consolas" panose="020B0609020204030204" pitchFamily="49" charset="0"/>
              </a:rPr>
              <a:t> </a:t>
            </a:r>
            <a:r>
              <a:rPr lang="pl-PL" b="0" err="1">
                <a:solidFill>
                  <a:srgbClr val="6A9955"/>
                </a:solidFill>
                <a:effectLst/>
                <a:latin typeface="Consolas" panose="020B0609020204030204" pitchFamily="49" charset="0"/>
              </a:rPr>
              <a:t>command</a:t>
            </a:r>
            <a:r>
              <a:rPr lang="pl-PL" b="0">
                <a:solidFill>
                  <a:srgbClr val="6A9955"/>
                </a:solidFill>
                <a:effectLst/>
                <a:latin typeface="Consolas" panose="020B0609020204030204" pitchFamily="49" charset="0"/>
              </a:rPr>
              <a:t> in </a:t>
            </a:r>
            <a:r>
              <a:rPr lang="pl-PL" b="0" err="1">
                <a:solidFill>
                  <a:srgbClr val="6A9955"/>
                </a:solidFill>
                <a:effectLst/>
                <a:latin typeface="Consolas" panose="020B0609020204030204" pitchFamily="49" charset="0"/>
              </a:rPr>
              <a:t>administrative</a:t>
            </a:r>
            <a:r>
              <a:rPr lang="pl-PL" b="0">
                <a:solidFill>
                  <a:srgbClr val="6A9955"/>
                </a:solidFill>
                <a:effectLst/>
                <a:latin typeface="Consolas" panose="020B0609020204030204" pitchFamily="49" charset="0"/>
              </a:rPr>
              <a:t> </a:t>
            </a:r>
            <a:r>
              <a:rPr lang="pl-PL" b="0" err="1">
                <a:solidFill>
                  <a:srgbClr val="6A9955"/>
                </a:solidFill>
                <a:effectLst/>
                <a:latin typeface="Consolas" panose="020B0609020204030204" pitchFamily="49" charset="0"/>
              </a:rPr>
              <a:t>mode</a:t>
            </a:r>
            <a:r>
              <a:rPr lang="pl-PL" b="0">
                <a:solidFill>
                  <a:srgbClr val="6A9955"/>
                </a:solidFill>
                <a:effectLst/>
                <a:latin typeface="Consolas" panose="020B0609020204030204" pitchFamily="49" charset="0"/>
              </a:rPr>
              <a:t> in PowerShell:</a:t>
            </a:r>
            <a:endParaRPr lang="pl-PL" b="0">
              <a:solidFill>
                <a:srgbClr val="D4D4D4"/>
              </a:solidFill>
              <a:effectLst/>
              <a:latin typeface="Consolas" panose="020B0609020204030204" pitchFamily="49" charset="0"/>
            </a:endParaRPr>
          </a:p>
          <a:p>
            <a:r>
              <a:rPr lang="pl-PL" b="0">
                <a:solidFill>
                  <a:srgbClr val="DCDCAA"/>
                </a:solidFill>
                <a:effectLst/>
                <a:latin typeface="Consolas" panose="020B0609020204030204" pitchFamily="49" charset="0"/>
              </a:rPr>
              <a:t>Get-Module</a:t>
            </a:r>
            <a:r>
              <a:rPr lang="pl-PL" b="0">
                <a:solidFill>
                  <a:srgbClr val="D4D4D4"/>
                </a:solidFill>
                <a:effectLst/>
                <a:latin typeface="Consolas" panose="020B0609020204030204" pitchFamily="49" charset="0"/>
              </a:rPr>
              <a:t> </a:t>
            </a:r>
            <a:r>
              <a:rPr lang="pl-PL" b="0">
                <a:solidFill>
                  <a:srgbClr val="9CDCFE"/>
                </a:solidFill>
                <a:effectLst/>
                <a:latin typeface="Consolas" panose="020B0609020204030204" pitchFamily="49" charset="0"/>
              </a:rPr>
              <a:t>-</a:t>
            </a:r>
            <a:r>
              <a:rPr lang="pl-PL" b="0" err="1">
                <a:solidFill>
                  <a:srgbClr val="9CDCFE"/>
                </a:solidFill>
                <a:effectLst/>
                <a:latin typeface="Consolas" panose="020B0609020204030204" pitchFamily="49" charset="0"/>
              </a:rPr>
              <a:t>Name</a:t>
            </a:r>
            <a:r>
              <a:rPr lang="pl-PL" b="0">
                <a:solidFill>
                  <a:srgbClr val="D4D4D4"/>
                </a:solidFill>
                <a:effectLst/>
                <a:latin typeface="Consolas" panose="020B0609020204030204" pitchFamily="49" charset="0"/>
              </a:rPr>
              <a:t> </a:t>
            </a:r>
            <a:r>
              <a:rPr lang="pl-PL" b="0" err="1">
                <a:solidFill>
                  <a:srgbClr val="DCDCAA"/>
                </a:solidFill>
                <a:effectLst/>
                <a:latin typeface="Consolas" panose="020B0609020204030204" pitchFamily="49" charset="0"/>
              </a:rPr>
              <a:t>Microsoft.Online.SharePoint.PowerShell</a:t>
            </a:r>
            <a:r>
              <a:rPr lang="pl-PL" b="0">
                <a:solidFill>
                  <a:srgbClr val="D4D4D4"/>
                </a:solidFill>
                <a:effectLst/>
                <a:latin typeface="Consolas" panose="020B0609020204030204" pitchFamily="49" charset="0"/>
              </a:rPr>
              <a:t> </a:t>
            </a:r>
            <a:r>
              <a:rPr lang="pl-PL" b="0">
                <a:solidFill>
                  <a:srgbClr val="9CDCFE"/>
                </a:solidFill>
                <a:effectLst/>
                <a:latin typeface="Consolas" panose="020B0609020204030204" pitchFamily="49" charset="0"/>
              </a:rPr>
              <a:t>-</a:t>
            </a:r>
            <a:r>
              <a:rPr lang="pl-PL" b="0" err="1">
                <a:solidFill>
                  <a:srgbClr val="9CDCFE"/>
                </a:solidFill>
                <a:effectLst/>
                <a:latin typeface="Consolas" panose="020B0609020204030204" pitchFamily="49" charset="0"/>
              </a:rPr>
              <a:t>ListAvailable</a:t>
            </a:r>
            <a:r>
              <a:rPr lang="pl-PL" b="0">
                <a:solidFill>
                  <a:srgbClr val="D4D4D4"/>
                </a:solidFill>
                <a:effectLst/>
                <a:latin typeface="Consolas" panose="020B0609020204030204" pitchFamily="49" charset="0"/>
              </a:rPr>
              <a:t> | </a:t>
            </a:r>
            <a:r>
              <a:rPr lang="pl-PL" b="0">
                <a:solidFill>
                  <a:srgbClr val="DCDCAA"/>
                </a:solidFill>
                <a:effectLst/>
                <a:latin typeface="Consolas" panose="020B0609020204030204" pitchFamily="49" charset="0"/>
              </a:rPr>
              <a:t>Select</a:t>
            </a:r>
            <a:r>
              <a:rPr lang="pl-PL" b="0">
                <a:solidFill>
                  <a:srgbClr val="D4D4D4"/>
                </a:solidFill>
                <a:effectLst/>
                <a:latin typeface="Consolas" panose="020B0609020204030204" pitchFamily="49" charset="0"/>
              </a:rPr>
              <a:t> </a:t>
            </a:r>
            <a:r>
              <a:rPr lang="pl-PL" b="0" err="1">
                <a:solidFill>
                  <a:srgbClr val="D4D4D4"/>
                </a:solidFill>
                <a:effectLst/>
                <a:latin typeface="Consolas" panose="020B0609020204030204" pitchFamily="49" charset="0"/>
              </a:rPr>
              <a:t>Name,Version</a:t>
            </a:r>
            <a:endParaRPr lang="pl-PL" b="0">
              <a:solidFill>
                <a:srgbClr val="D4D4D4"/>
              </a:solidFill>
              <a:effectLst/>
              <a:latin typeface="Consolas" panose="020B0609020204030204" pitchFamily="49" charset="0"/>
            </a:endParaRPr>
          </a:p>
          <a:p>
            <a:br>
              <a:rPr lang="pl-PL" b="0">
                <a:solidFill>
                  <a:srgbClr val="D4D4D4"/>
                </a:solidFill>
                <a:effectLst/>
                <a:latin typeface="Consolas" panose="020B0609020204030204" pitchFamily="49" charset="0"/>
              </a:rPr>
            </a:br>
            <a:r>
              <a:rPr lang="pl-PL" b="0">
                <a:solidFill>
                  <a:srgbClr val="6A9955"/>
                </a:solidFill>
                <a:effectLst/>
                <a:latin typeface="Consolas" panose="020B0609020204030204" pitchFamily="49" charset="0"/>
              </a:rPr>
              <a:t>#Install Module</a:t>
            </a:r>
            <a:endParaRPr lang="pl-PL" b="0">
              <a:solidFill>
                <a:srgbClr val="D4D4D4"/>
              </a:solidFill>
              <a:effectLst/>
              <a:latin typeface="Consolas" panose="020B0609020204030204" pitchFamily="49" charset="0"/>
            </a:endParaRPr>
          </a:p>
          <a:p>
            <a:r>
              <a:rPr lang="pl-PL" b="0" err="1">
                <a:solidFill>
                  <a:srgbClr val="DCDCAA"/>
                </a:solidFill>
                <a:effectLst/>
                <a:latin typeface="Consolas" panose="020B0609020204030204" pitchFamily="49" charset="0"/>
              </a:rPr>
              <a:t>Install</a:t>
            </a:r>
            <a:r>
              <a:rPr lang="pl-PL" b="0">
                <a:solidFill>
                  <a:srgbClr val="DCDCAA"/>
                </a:solidFill>
                <a:effectLst/>
                <a:latin typeface="Consolas" panose="020B0609020204030204" pitchFamily="49" charset="0"/>
              </a:rPr>
              <a:t>-Module</a:t>
            </a:r>
            <a:r>
              <a:rPr lang="pl-PL" b="0">
                <a:solidFill>
                  <a:srgbClr val="D4D4D4"/>
                </a:solidFill>
                <a:effectLst/>
                <a:latin typeface="Consolas" panose="020B0609020204030204" pitchFamily="49" charset="0"/>
              </a:rPr>
              <a:t> </a:t>
            </a:r>
            <a:r>
              <a:rPr lang="pl-PL" b="0">
                <a:solidFill>
                  <a:srgbClr val="9CDCFE"/>
                </a:solidFill>
                <a:effectLst/>
                <a:latin typeface="Consolas" panose="020B0609020204030204" pitchFamily="49" charset="0"/>
              </a:rPr>
              <a:t>-</a:t>
            </a:r>
            <a:r>
              <a:rPr lang="pl-PL" b="0" err="1">
                <a:solidFill>
                  <a:srgbClr val="9CDCFE"/>
                </a:solidFill>
                <a:effectLst/>
                <a:latin typeface="Consolas" panose="020B0609020204030204" pitchFamily="49" charset="0"/>
              </a:rPr>
              <a:t>Name</a:t>
            </a:r>
            <a:r>
              <a:rPr lang="pl-PL" b="0">
                <a:solidFill>
                  <a:srgbClr val="D4D4D4"/>
                </a:solidFill>
                <a:effectLst/>
                <a:latin typeface="Consolas" panose="020B0609020204030204" pitchFamily="49" charset="0"/>
              </a:rPr>
              <a:t> </a:t>
            </a:r>
            <a:r>
              <a:rPr lang="pl-PL" b="0" err="1">
                <a:solidFill>
                  <a:srgbClr val="DCDCAA"/>
                </a:solidFill>
                <a:effectLst/>
                <a:latin typeface="Consolas" panose="020B0609020204030204" pitchFamily="49" charset="0"/>
              </a:rPr>
              <a:t>Microsoft.Online.SharePoint.PowerShell</a:t>
            </a:r>
            <a:endParaRPr lang="pl-PL" b="0">
              <a:solidFill>
                <a:srgbClr val="D4D4D4"/>
              </a:solidFill>
              <a:effectLst/>
              <a:latin typeface="Consolas" panose="020B0609020204030204" pitchFamily="49" charset="0"/>
            </a:endParaRPr>
          </a:p>
          <a:p>
            <a:br>
              <a:rPr lang="pl-PL" b="0">
                <a:solidFill>
                  <a:srgbClr val="D4D4D4"/>
                </a:solidFill>
                <a:effectLst/>
                <a:latin typeface="Consolas" panose="020B0609020204030204" pitchFamily="49" charset="0"/>
              </a:rPr>
            </a:br>
            <a:r>
              <a:rPr lang="pl-PL" b="0">
                <a:solidFill>
                  <a:srgbClr val="6A9955"/>
                </a:solidFill>
                <a:effectLst/>
                <a:latin typeface="Consolas" panose="020B0609020204030204" pitchFamily="49" charset="0"/>
              </a:rPr>
              <a:t>#Update Module</a:t>
            </a:r>
            <a:endParaRPr lang="pl-PL" b="0">
              <a:solidFill>
                <a:srgbClr val="D4D4D4"/>
              </a:solidFill>
              <a:effectLst/>
              <a:latin typeface="Consolas" panose="020B0609020204030204" pitchFamily="49" charset="0"/>
            </a:endParaRPr>
          </a:p>
          <a:p>
            <a:r>
              <a:rPr lang="pl-PL" b="0">
                <a:solidFill>
                  <a:srgbClr val="DCDCAA"/>
                </a:solidFill>
                <a:effectLst/>
                <a:latin typeface="Consolas" panose="020B0609020204030204" pitchFamily="49" charset="0"/>
              </a:rPr>
              <a:t>Update-Module</a:t>
            </a:r>
            <a:r>
              <a:rPr lang="pl-PL" b="0">
                <a:solidFill>
                  <a:srgbClr val="D4D4D4"/>
                </a:solidFill>
                <a:effectLst/>
                <a:latin typeface="Consolas" panose="020B0609020204030204" pitchFamily="49" charset="0"/>
              </a:rPr>
              <a:t> </a:t>
            </a:r>
            <a:r>
              <a:rPr lang="pl-PL" b="0">
                <a:solidFill>
                  <a:srgbClr val="9CDCFE"/>
                </a:solidFill>
                <a:effectLst/>
                <a:latin typeface="Consolas" panose="020B0609020204030204" pitchFamily="49" charset="0"/>
              </a:rPr>
              <a:t>-</a:t>
            </a:r>
            <a:r>
              <a:rPr lang="pl-PL" b="0" err="1">
                <a:solidFill>
                  <a:srgbClr val="9CDCFE"/>
                </a:solidFill>
                <a:effectLst/>
                <a:latin typeface="Consolas" panose="020B0609020204030204" pitchFamily="49" charset="0"/>
              </a:rPr>
              <a:t>Name</a:t>
            </a:r>
            <a:r>
              <a:rPr lang="pl-PL" b="0">
                <a:solidFill>
                  <a:srgbClr val="D4D4D4"/>
                </a:solidFill>
                <a:effectLst/>
                <a:latin typeface="Consolas" panose="020B0609020204030204" pitchFamily="49" charset="0"/>
              </a:rPr>
              <a:t> </a:t>
            </a:r>
            <a:r>
              <a:rPr lang="pl-PL" b="0" err="1">
                <a:solidFill>
                  <a:srgbClr val="DCDCAA"/>
                </a:solidFill>
                <a:effectLst/>
                <a:latin typeface="Consolas" panose="020B0609020204030204" pitchFamily="49" charset="0"/>
              </a:rPr>
              <a:t>Microsoft.Online.SharePoint.PowerShell</a:t>
            </a:r>
            <a:endParaRPr lang="pl-PL" b="0">
              <a:solidFill>
                <a:srgbClr val="D4D4D4"/>
              </a:solidFill>
              <a:effectLst/>
              <a:latin typeface="Consolas" panose="020B0609020204030204" pitchFamily="49" charset="0"/>
            </a:endParaRPr>
          </a:p>
          <a:p>
            <a:br>
              <a:rPr lang="pl-PL" b="0">
                <a:solidFill>
                  <a:srgbClr val="D4D4D4"/>
                </a:solidFill>
                <a:effectLst/>
                <a:latin typeface="Consolas" panose="020B0609020204030204" pitchFamily="49" charset="0"/>
              </a:rPr>
            </a:br>
            <a:r>
              <a:rPr lang="pl-PL" b="0">
                <a:solidFill>
                  <a:srgbClr val="6A9955"/>
                </a:solidFill>
                <a:effectLst/>
                <a:latin typeface="Consolas" panose="020B0609020204030204" pitchFamily="49" charset="0"/>
              </a:rPr>
              <a:t>#Establish Connection</a:t>
            </a:r>
            <a:endParaRPr lang="pl-PL" b="0">
              <a:solidFill>
                <a:srgbClr val="D4D4D4"/>
              </a:solidFill>
              <a:effectLst/>
              <a:latin typeface="Consolas" panose="020B0609020204030204" pitchFamily="49" charset="0"/>
            </a:endParaRPr>
          </a:p>
          <a:p>
            <a:r>
              <a:rPr lang="pl-PL" b="0">
                <a:solidFill>
                  <a:srgbClr val="DCDCAA"/>
                </a:solidFill>
                <a:effectLst/>
                <a:latin typeface="Consolas" panose="020B0609020204030204" pitchFamily="49" charset="0"/>
              </a:rPr>
              <a:t>Connect-</a:t>
            </a:r>
            <a:r>
              <a:rPr lang="pl-PL" b="0" err="1">
                <a:solidFill>
                  <a:srgbClr val="DCDCAA"/>
                </a:solidFill>
                <a:effectLst/>
                <a:latin typeface="Consolas" panose="020B0609020204030204" pitchFamily="49" charset="0"/>
              </a:rPr>
              <a:t>SPOService</a:t>
            </a:r>
            <a:r>
              <a:rPr lang="pl-PL" b="0">
                <a:solidFill>
                  <a:srgbClr val="D4D4D4"/>
                </a:solidFill>
                <a:effectLst/>
                <a:latin typeface="Consolas" panose="020B0609020204030204" pitchFamily="49" charset="0"/>
              </a:rPr>
              <a:t> </a:t>
            </a:r>
            <a:r>
              <a:rPr lang="pl-PL" b="0">
                <a:solidFill>
                  <a:srgbClr val="9CDCFE"/>
                </a:solidFill>
                <a:effectLst/>
                <a:latin typeface="Consolas" panose="020B0609020204030204" pitchFamily="49" charset="0"/>
              </a:rPr>
              <a:t>-</a:t>
            </a:r>
            <a:r>
              <a:rPr lang="pl-PL" b="0" err="1">
                <a:solidFill>
                  <a:srgbClr val="9CDCFE"/>
                </a:solidFill>
                <a:effectLst/>
                <a:latin typeface="Consolas" panose="020B0609020204030204" pitchFamily="49" charset="0"/>
              </a:rPr>
              <a:t>Credential</a:t>
            </a:r>
            <a:r>
              <a:rPr lang="pl-PL" b="0">
                <a:solidFill>
                  <a:srgbClr val="D4D4D4"/>
                </a:solidFill>
                <a:effectLst/>
                <a:latin typeface="Consolas" panose="020B0609020204030204" pitchFamily="49" charset="0"/>
              </a:rPr>
              <a:t> </a:t>
            </a:r>
            <a:r>
              <a:rPr lang="pl-PL" b="0">
                <a:solidFill>
                  <a:srgbClr val="9CDCFE"/>
                </a:solidFill>
                <a:effectLst/>
                <a:latin typeface="Consolas" panose="020B0609020204030204" pitchFamily="49" charset="0"/>
              </a:rPr>
              <a:t>$</a:t>
            </a:r>
            <a:r>
              <a:rPr lang="pl-PL" b="0" err="1">
                <a:solidFill>
                  <a:srgbClr val="9CDCFE"/>
                </a:solidFill>
                <a:effectLst/>
                <a:latin typeface="Consolas" panose="020B0609020204030204" pitchFamily="49" charset="0"/>
              </a:rPr>
              <a:t>creds</a:t>
            </a:r>
            <a:r>
              <a:rPr lang="pl-PL" b="0">
                <a:solidFill>
                  <a:srgbClr val="D4D4D4"/>
                </a:solidFill>
                <a:effectLst/>
                <a:latin typeface="Consolas" panose="020B0609020204030204" pitchFamily="49" charset="0"/>
              </a:rPr>
              <a:t> </a:t>
            </a:r>
            <a:r>
              <a:rPr lang="pl-PL" b="0">
                <a:solidFill>
                  <a:srgbClr val="9CDCFE"/>
                </a:solidFill>
                <a:effectLst/>
                <a:latin typeface="Consolas" panose="020B0609020204030204" pitchFamily="49" charset="0"/>
              </a:rPr>
              <a:t>-</a:t>
            </a:r>
            <a:r>
              <a:rPr lang="pl-PL" b="0" err="1">
                <a:solidFill>
                  <a:srgbClr val="9CDCFE"/>
                </a:solidFill>
                <a:effectLst/>
                <a:latin typeface="Consolas" panose="020B0609020204030204" pitchFamily="49" charset="0"/>
              </a:rPr>
              <a:t>Url</a:t>
            </a:r>
            <a:r>
              <a:rPr lang="pl-PL" b="0">
                <a:solidFill>
                  <a:srgbClr val="D4D4D4"/>
                </a:solidFill>
                <a:effectLst/>
                <a:latin typeface="Consolas" panose="020B0609020204030204" pitchFamily="49" charset="0"/>
              </a:rPr>
              <a:t> </a:t>
            </a:r>
            <a:r>
              <a:rPr lang="pl-PL" b="0">
                <a:solidFill>
                  <a:srgbClr val="DCDCAA"/>
                </a:solidFill>
                <a:effectLst/>
                <a:latin typeface="Consolas" panose="020B0609020204030204" pitchFamily="49" charset="0"/>
              </a:rPr>
              <a:t>https://tenant-admin.sharepoint.com</a:t>
            </a:r>
            <a:r>
              <a:rPr lang="pl-PL" b="0">
                <a:solidFill>
                  <a:srgbClr val="D4D4D4"/>
                </a:solidFill>
                <a:effectLst/>
                <a:latin typeface="Consolas" panose="020B0609020204030204" pitchFamily="49" charset="0"/>
              </a:rPr>
              <a:t> </a:t>
            </a:r>
            <a:r>
              <a:rPr lang="pl-PL" b="0">
                <a:solidFill>
                  <a:srgbClr val="9CDCFE"/>
                </a:solidFill>
                <a:effectLst/>
                <a:latin typeface="Consolas" panose="020B0609020204030204" pitchFamily="49" charset="0"/>
              </a:rPr>
              <a:t>-</a:t>
            </a:r>
            <a:r>
              <a:rPr lang="pl-PL" b="0" err="1">
                <a:solidFill>
                  <a:srgbClr val="9CDCFE"/>
                </a:solidFill>
                <a:effectLst/>
                <a:latin typeface="Consolas" panose="020B0609020204030204" pitchFamily="49" charset="0"/>
              </a:rPr>
              <a:t>ModernAuth</a:t>
            </a:r>
            <a:r>
              <a:rPr lang="pl-PL" b="0">
                <a:solidFill>
                  <a:srgbClr val="D4D4D4"/>
                </a:solidFill>
                <a:effectLst/>
                <a:latin typeface="Consolas" panose="020B0609020204030204" pitchFamily="49" charset="0"/>
              </a:rPr>
              <a:t> </a:t>
            </a:r>
            <a:r>
              <a:rPr lang="pl-PL" b="0">
                <a:solidFill>
                  <a:srgbClr val="9CDCFE"/>
                </a:solidFill>
                <a:effectLst/>
                <a:latin typeface="Consolas" panose="020B0609020204030204" pitchFamily="49" charset="0"/>
              </a:rPr>
              <a:t>$</a:t>
            </a:r>
            <a:r>
              <a:rPr lang="pl-PL" b="0" err="1">
                <a:solidFill>
                  <a:srgbClr val="9CDCFE"/>
                </a:solidFill>
                <a:effectLst/>
                <a:latin typeface="Consolas" panose="020B0609020204030204" pitchFamily="49" charset="0"/>
              </a:rPr>
              <a:t>true</a:t>
            </a:r>
            <a:r>
              <a:rPr lang="pl-PL" b="0">
                <a:solidFill>
                  <a:srgbClr val="D4D4D4"/>
                </a:solidFill>
                <a:effectLst/>
                <a:latin typeface="Consolas" panose="020B0609020204030204" pitchFamily="49" charset="0"/>
              </a:rPr>
              <a:t> </a:t>
            </a:r>
            <a:r>
              <a:rPr lang="pl-PL" b="0">
                <a:solidFill>
                  <a:srgbClr val="9CDCFE"/>
                </a:solidFill>
                <a:effectLst/>
                <a:latin typeface="Consolas" panose="020B0609020204030204" pitchFamily="49" charset="0"/>
              </a:rPr>
              <a:t>-</a:t>
            </a:r>
            <a:r>
              <a:rPr lang="pl-PL" b="0" err="1">
                <a:solidFill>
                  <a:srgbClr val="9CDCFE"/>
                </a:solidFill>
                <a:effectLst/>
                <a:latin typeface="Consolas" panose="020B0609020204030204" pitchFamily="49" charset="0"/>
              </a:rPr>
              <a:t>AuthenticationUrl</a:t>
            </a:r>
            <a:r>
              <a:rPr lang="pl-PL" b="0">
                <a:solidFill>
                  <a:srgbClr val="D4D4D4"/>
                </a:solidFill>
                <a:effectLst/>
                <a:latin typeface="Consolas" panose="020B0609020204030204" pitchFamily="49" charset="0"/>
              </a:rPr>
              <a:t> </a:t>
            </a:r>
            <a:r>
              <a:rPr lang="pl-PL" b="0">
                <a:solidFill>
                  <a:srgbClr val="DCDCAA"/>
                </a:solidFill>
                <a:effectLst/>
                <a:latin typeface="Consolas" panose="020B0609020204030204" pitchFamily="49" charset="0"/>
              </a:rPr>
              <a:t>https://login.microsoftonline.com/organizations</a:t>
            </a:r>
            <a:endParaRPr lang="pl-PL" b="0">
              <a:solidFill>
                <a:srgbClr val="D4D4D4"/>
              </a:solidFill>
              <a:effectLst/>
              <a:latin typeface="Consolas" panose="020B0609020204030204" pitchFamily="49" charset="0"/>
            </a:endParaRPr>
          </a:p>
          <a:p>
            <a:br>
              <a:rPr lang="pl-PL" b="0">
                <a:solidFill>
                  <a:srgbClr val="D4D4D4"/>
                </a:solidFill>
                <a:effectLst/>
                <a:latin typeface="Consolas" panose="020B0609020204030204" pitchFamily="49" charset="0"/>
              </a:rPr>
            </a:br>
            <a:r>
              <a:rPr lang="pl-PL" b="0">
                <a:solidFill>
                  <a:srgbClr val="6A9955"/>
                </a:solidFill>
                <a:effectLst/>
                <a:latin typeface="Consolas" panose="020B0609020204030204" pitchFamily="49" charset="0"/>
              </a:rPr>
              <a:t>#To Connect with MFA</a:t>
            </a:r>
            <a:endParaRPr lang="pl-PL" b="0">
              <a:solidFill>
                <a:srgbClr val="D4D4D4"/>
              </a:solidFill>
              <a:effectLst/>
              <a:latin typeface="Consolas" panose="020B0609020204030204" pitchFamily="49" charset="0"/>
            </a:endParaRPr>
          </a:p>
          <a:p>
            <a:r>
              <a:rPr lang="pl-PL" b="0">
                <a:solidFill>
                  <a:srgbClr val="DCDCAA"/>
                </a:solidFill>
                <a:effectLst/>
                <a:latin typeface="Consolas" panose="020B0609020204030204" pitchFamily="49" charset="0"/>
              </a:rPr>
              <a:t>Connect-</a:t>
            </a:r>
            <a:r>
              <a:rPr lang="pl-PL" b="0" err="1">
                <a:solidFill>
                  <a:srgbClr val="DCDCAA"/>
                </a:solidFill>
                <a:effectLst/>
                <a:latin typeface="Consolas" panose="020B0609020204030204" pitchFamily="49" charset="0"/>
              </a:rPr>
              <a:t>SPOService</a:t>
            </a:r>
            <a:r>
              <a:rPr lang="pl-PL" b="0">
                <a:solidFill>
                  <a:srgbClr val="D4D4D4"/>
                </a:solidFill>
                <a:effectLst/>
                <a:latin typeface="Consolas" panose="020B0609020204030204" pitchFamily="49" charset="0"/>
              </a:rPr>
              <a:t> </a:t>
            </a:r>
            <a:r>
              <a:rPr lang="pl-PL" b="0">
                <a:solidFill>
                  <a:srgbClr val="9CDCFE"/>
                </a:solidFill>
                <a:effectLst/>
                <a:latin typeface="Consolas" panose="020B0609020204030204" pitchFamily="49" charset="0"/>
              </a:rPr>
              <a:t>-</a:t>
            </a:r>
            <a:r>
              <a:rPr lang="pl-PL" b="0" err="1">
                <a:solidFill>
                  <a:srgbClr val="9CDCFE"/>
                </a:solidFill>
                <a:effectLst/>
                <a:latin typeface="Consolas" panose="020B0609020204030204" pitchFamily="49" charset="0"/>
              </a:rPr>
              <a:t>Url</a:t>
            </a:r>
            <a:r>
              <a:rPr lang="pl-PL" b="0">
                <a:solidFill>
                  <a:srgbClr val="D4D4D4"/>
                </a:solidFill>
                <a:effectLst/>
                <a:latin typeface="Consolas" panose="020B0609020204030204" pitchFamily="49" charset="0"/>
              </a:rPr>
              <a:t> </a:t>
            </a:r>
            <a:r>
              <a:rPr lang="pl-PL" b="0">
                <a:solidFill>
                  <a:srgbClr val="DCDCAA"/>
                </a:solidFill>
                <a:effectLst/>
                <a:latin typeface="Consolas" panose="020B0609020204030204" pitchFamily="49" charset="0"/>
              </a:rPr>
              <a:t>https://contoso-admin.sharepoint.com</a:t>
            </a:r>
            <a:endParaRPr lang="pl-PL" b="0">
              <a:solidFill>
                <a:srgbClr val="D4D4D4"/>
              </a:solidFill>
              <a:effectLst/>
              <a:latin typeface="Consolas" panose="020B0609020204030204" pitchFamily="49" charset="0"/>
            </a:endParaRPr>
          </a:p>
        </p:txBody>
      </p:sp>
    </p:spTree>
    <p:extLst>
      <p:ext uri="{BB962C8B-B14F-4D97-AF65-F5344CB8AC3E}">
        <p14:creationId xmlns:p14="http://schemas.microsoft.com/office/powerpoint/2010/main" val="38216754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0291313" cy="569343"/>
          </a:xfrm>
        </p:spPr>
        <p:txBody>
          <a:bodyPr/>
          <a:lstStyle/>
          <a:p>
            <a:r>
              <a:rPr lang="pl-PL" sz="3600" err="1"/>
              <a:t>Sharepoint</a:t>
            </a:r>
            <a:r>
              <a:rPr lang="pl-PL" sz="3600"/>
              <a:t> Administration </a:t>
            </a:r>
            <a:r>
              <a:rPr lang="pl-PL" sz="3600" err="1"/>
              <a:t>Toolbox</a:t>
            </a:r>
            <a:endParaRPr lang="pl-PL" sz="3600"/>
          </a:p>
        </p:txBody>
      </p:sp>
      <p:sp>
        <p:nvSpPr>
          <p:cNvPr id="9" name="Symbol zastępczy tekstu 8">
            <a:extLst>
              <a:ext uri="{FF2B5EF4-FFF2-40B4-BE49-F238E27FC236}">
                <a16:creationId xmlns:a16="http://schemas.microsoft.com/office/drawing/2014/main" id="{12B6E370-EABE-CA30-2460-E29445B44796}"/>
              </a:ext>
            </a:extLst>
          </p:cNvPr>
          <p:cNvSpPr>
            <a:spLocks noGrp="1"/>
          </p:cNvSpPr>
          <p:nvPr>
            <p:ph type="body" sz="quarter" idx="10"/>
          </p:nvPr>
        </p:nvSpPr>
        <p:spPr>
          <a:xfrm>
            <a:off x="243696" y="871269"/>
            <a:ext cx="4923527" cy="569344"/>
          </a:xfrm>
        </p:spPr>
        <p:txBody>
          <a:bodyPr/>
          <a:lstStyle/>
          <a:p>
            <a:pPr marL="0" indent="0">
              <a:buNone/>
            </a:pPr>
            <a:r>
              <a:rPr lang="pl-PL" sz="1800" err="1"/>
              <a:t>Sharepoint</a:t>
            </a:r>
            <a:r>
              <a:rPr lang="pl-PL" sz="1800"/>
              <a:t> </a:t>
            </a:r>
            <a:r>
              <a:rPr lang="pl-PL" sz="1800" err="1"/>
              <a:t>PnP</a:t>
            </a:r>
            <a:r>
              <a:rPr lang="pl-PL" sz="1800"/>
              <a:t> </a:t>
            </a:r>
            <a:r>
              <a:rPr lang="pl-PL" sz="1800" err="1"/>
              <a:t>Powershell</a:t>
            </a:r>
            <a:r>
              <a:rPr lang="pl-PL" sz="1800"/>
              <a:t> Module</a:t>
            </a:r>
          </a:p>
        </p:txBody>
      </p:sp>
      <p:pic>
        <p:nvPicPr>
          <p:cNvPr id="7" name="Obraz 6">
            <a:extLst>
              <a:ext uri="{FF2B5EF4-FFF2-40B4-BE49-F238E27FC236}">
                <a16:creationId xmlns:a16="http://schemas.microsoft.com/office/drawing/2014/main" id="{22E31F16-84B3-AF32-F24D-A3D4D5534D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50363" y="0"/>
            <a:ext cx="2041637" cy="1388313"/>
          </a:xfrm>
          <a:prstGeom prst="rect">
            <a:avLst/>
          </a:prstGeom>
        </p:spPr>
      </p:pic>
      <p:sp>
        <p:nvSpPr>
          <p:cNvPr id="3" name="pole tekstowe 2">
            <a:extLst>
              <a:ext uri="{FF2B5EF4-FFF2-40B4-BE49-F238E27FC236}">
                <a16:creationId xmlns:a16="http://schemas.microsoft.com/office/drawing/2014/main" id="{B7D15213-E4BE-0038-63CD-318891BF3E77}"/>
              </a:ext>
            </a:extLst>
          </p:cNvPr>
          <p:cNvSpPr txBox="1"/>
          <p:nvPr/>
        </p:nvSpPr>
        <p:spPr>
          <a:xfrm>
            <a:off x="205955" y="1283852"/>
            <a:ext cx="11470975" cy="830997"/>
          </a:xfrm>
          <a:prstGeom prst="rect">
            <a:avLst/>
          </a:prstGeom>
          <a:noFill/>
        </p:spPr>
        <p:txBody>
          <a:bodyPr wrap="square">
            <a:spAutoFit/>
          </a:bodyPr>
          <a:lstStyle/>
          <a:p>
            <a:r>
              <a:rPr lang="en-US" sz="1600" b="0" i="0">
                <a:solidFill>
                  <a:srgbClr val="171717"/>
                </a:solidFill>
                <a:effectLst/>
                <a:latin typeface="Segoe UI" panose="020B0502040204020203" pitchFamily="34" charset="0"/>
              </a:rPr>
              <a:t>The Microsoft 365 Platform Community (also known as M365 PnP community) is an open-source initiative coordinated by Microsoft 365 engineering. This community controls SharePoint development documentation, samples, reusable controls, and other relevant open-source initiatives related to SharePoint development.</a:t>
            </a:r>
            <a:endParaRPr lang="pl-PL" sz="1600"/>
          </a:p>
        </p:txBody>
      </p:sp>
      <p:sp>
        <p:nvSpPr>
          <p:cNvPr id="5" name="pole tekstowe 4">
            <a:extLst>
              <a:ext uri="{FF2B5EF4-FFF2-40B4-BE49-F238E27FC236}">
                <a16:creationId xmlns:a16="http://schemas.microsoft.com/office/drawing/2014/main" id="{79C5ED6A-4148-3333-AAE4-CB4FBBFCB14F}"/>
              </a:ext>
            </a:extLst>
          </p:cNvPr>
          <p:cNvSpPr txBox="1"/>
          <p:nvPr/>
        </p:nvSpPr>
        <p:spPr>
          <a:xfrm>
            <a:off x="205955" y="2939743"/>
            <a:ext cx="11665789" cy="3046988"/>
          </a:xfrm>
          <a:prstGeom prst="rect">
            <a:avLst/>
          </a:prstGeom>
          <a:noFill/>
        </p:spPr>
        <p:txBody>
          <a:bodyPr wrap="square">
            <a:spAutoFit/>
          </a:bodyPr>
          <a:lstStyle/>
          <a:p>
            <a:pPr algn="l"/>
            <a:r>
              <a:rPr lang="en-US" sz="1600" b="0" i="0">
                <a:solidFill>
                  <a:srgbClr val="171717"/>
                </a:solidFill>
                <a:effectLst/>
                <a:latin typeface="Segoe UI" panose="020B0502040204020203" pitchFamily="34" charset="0"/>
              </a:rPr>
              <a:t>Following statements apply across all of the SharePoint PnP assets, including samples, controls, component and solutions, like SharePoint Starter Kit or the PnP Provisioning Service.</a:t>
            </a:r>
          </a:p>
          <a:p>
            <a:pPr marL="285750" indent="-285750" algn="l">
              <a:buFont typeface="Arial" panose="020B0604020202020204" pitchFamily="34" charset="0"/>
              <a:buChar char="•"/>
            </a:pPr>
            <a:r>
              <a:rPr lang="en-US" sz="1600" b="0" i="0">
                <a:solidFill>
                  <a:srgbClr val="171717"/>
                </a:solidFill>
                <a:effectLst/>
                <a:latin typeface="Segoe UI" panose="020B0502040204020203" pitchFamily="34" charset="0"/>
              </a:rPr>
              <a:t>PnP assets are created by Microsoft &amp; the community</a:t>
            </a:r>
          </a:p>
          <a:p>
            <a:pPr marL="285750" indent="-285750" algn="l">
              <a:buFont typeface="Arial" panose="020B0604020202020204" pitchFamily="34" charset="0"/>
              <a:buChar char="•"/>
            </a:pPr>
            <a:r>
              <a:rPr lang="en-US" sz="1600" b="0" i="0">
                <a:solidFill>
                  <a:srgbClr val="171717"/>
                </a:solidFill>
                <a:effectLst/>
                <a:latin typeface="Segoe UI" panose="020B0502040204020203" pitchFamily="34" charset="0"/>
              </a:rPr>
              <a:t>PnP assets are maintained by Microsoft &amp; the community</a:t>
            </a:r>
          </a:p>
          <a:p>
            <a:pPr marL="285750" indent="-285750" algn="l">
              <a:buFont typeface="Arial" panose="020B0604020202020204" pitchFamily="34" charset="0"/>
              <a:buChar char="•"/>
            </a:pPr>
            <a:r>
              <a:rPr lang="en-US" sz="1600" b="0" i="0">
                <a:solidFill>
                  <a:srgbClr val="171717"/>
                </a:solidFill>
                <a:effectLst/>
                <a:latin typeface="Segoe UI" panose="020B0502040204020203" pitchFamily="34" charset="0"/>
              </a:rPr>
              <a:t>PnP uses supported and recommended techniques defined by Microsoft</a:t>
            </a:r>
          </a:p>
          <a:p>
            <a:pPr marL="285750" indent="-285750" algn="l">
              <a:buFont typeface="Arial" panose="020B0604020202020204" pitchFamily="34" charset="0"/>
              <a:buChar char="•"/>
            </a:pPr>
            <a:r>
              <a:rPr lang="en-US" sz="1600" b="0" i="0">
                <a:solidFill>
                  <a:srgbClr val="171717"/>
                </a:solidFill>
                <a:effectLst/>
                <a:latin typeface="Segoe UI" panose="020B0502040204020203" pitchFamily="34" charset="0"/>
              </a:rPr>
              <a:t>PnP is NOT a product and therefore it’s not supported by Premier Support or other official support channels, but if the experienced issue(s) is caused by out-of-the-box API, it falls on the normal support patterns from Microsoft side</a:t>
            </a:r>
          </a:p>
          <a:p>
            <a:pPr marL="285750" indent="-285750" algn="l">
              <a:buFont typeface="Arial" panose="020B0604020202020204" pitchFamily="34" charset="0"/>
              <a:buChar char="•"/>
            </a:pPr>
            <a:r>
              <a:rPr lang="en-US" sz="1600" b="0" i="0">
                <a:solidFill>
                  <a:srgbClr val="171717"/>
                </a:solidFill>
                <a:effectLst/>
                <a:latin typeface="Segoe UI" panose="020B0502040204020203" pitchFamily="34" charset="0"/>
              </a:rPr>
              <a:t>PnP is supported in similar ways as other open source projects done by Microsoft with support from the community by the community</a:t>
            </a:r>
          </a:p>
          <a:p>
            <a:pPr marL="285750" indent="-285750" algn="l">
              <a:buFont typeface="Arial" panose="020B0604020202020204" pitchFamily="34" charset="0"/>
              <a:buChar char="•"/>
            </a:pPr>
            <a:r>
              <a:rPr lang="en-US" sz="1600" b="0" i="0">
                <a:solidFill>
                  <a:srgbClr val="171717"/>
                </a:solidFill>
                <a:effectLst/>
                <a:latin typeface="Segoe UI" panose="020B0502040204020203" pitchFamily="34" charset="0"/>
              </a:rPr>
              <a:t>There are numerous partners that utilize PnP within their solutions for customers. Support for this is provided by the Partner. When PnP material is used in deployments, we recommend being clear with your customer/deployment owner on the support model</a:t>
            </a:r>
          </a:p>
        </p:txBody>
      </p:sp>
      <p:sp>
        <p:nvSpPr>
          <p:cNvPr id="6" name="pole tekstowe 5">
            <a:extLst>
              <a:ext uri="{FF2B5EF4-FFF2-40B4-BE49-F238E27FC236}">
                <a16:creationId xmlns:a16="http://schemas.microsoft.com/office/drawing/2014/main" id="{90826AAA-37EF-7ABD-A096-E28525BC743C}"/>
              </a:ext>
            </a:extLst>
          </p:cNvPr>
          <p:cNvSpPr txBox="1"/>
          <p:nvPr/>
        </p:nvSpPr>
        <p:spPr>
          <a:xfrm>
            <a:off x="205955" y="2180165"/>
            <a:ext cx="9152626" cy="923330"/>
          </a:xfrm>
          <a:prstGeom prst="rect">
            <a:avLst/>
          </a:prstGeom>
          <a:noFill/>
        </p:spPr>
        <p:txBody>
          <a:bodyPr wrap="square" rtlCol="0">
            <a:spAutoFit/>
          </a:bodyPr>
          <a:lstStyle/>
          <a:p>
            <a:r>
              <a:rPr lang="en-US" b="1" i="0">
                <a:solidFill>
                  <a:srgbClr val="171717"/>
                </a:solidFill>
                <a:effectLst/>
                <a:latin typeface="Segoe UI" panose="020B0502040204020203" pitchFamily="34" charset="0"/>
              </a:rPr>
              <a:t>What’s the supportability statement around PnP open-source components and solutions?</a:t>
            </a:r>
          </a:p>
          <a:p>
            <a:endParaRPr lang="pl-PL"/>
          </a:p>
        </p:txBody>
      </p:sp>
    </p:spTree>
    <p:extLst>
      <p:ext uri="{BB962C8B-B14F-4D97-AF65-F5344CB8AC3E}">
        <p14:creationId xmlns:p14="http://schemas.microsoft.com/office/powerpoint/2010/main" val="1866599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0291313" cy="569343"/>
          </a:xfrm>
        </p:spPr>
        <p:txBody>
          <a:bodyPr/>
          <a:lstStyle/>
          <a:p>
            <a:r>
              <a:rPr lang="pl-PL" sz="3600" err="1"/>
              <a:t>Sharepoint</a:t>
            </a:r>
            <a:r>
              <a:rPr lang="pl-PL" sz="3600"/>
              <a:t> Administration </a:t>
            </a:r>
            <a:r>
              <a:rPr lang="pl-PL" sz="3600" err="1"/>
              <a:t>Toolbox</a:t>
            </a:r>
            <a:endParaRPr lang="pl-PL" sz="3600"/>
          </a:p>
        </p:txBody>
      </p:sp>
      <p:sp>
        <p:nvSpPr>
          <p:cNvPr id="9" name="Symbol zastępczy tekstu 8">
            <a:extLst>
              <a:ext uri="{FF2B5EF4-FFF2-40B4-BE49-F238E27FC236}">
                <a16:creationId xmlns:a16="http://schemas.microsoft.com/office/drawing/2014/main" id="{12B6E370-EABE-CA30-2460-E29445B44796}"/>
              </a:ext>
            </a:extLst>
          </p:cNvPr>
          <p:cNvSpPr>
            <a:spLocks noGrp="1"/>
          </p:cNvSpPr>
          <p:nvPr>
            <p:ph type="body" sz="quarter" idx="10"/>
          </p:nvPr>
        </p:nvSpPr>
        <p:spPr>
          <a:xfrm>
            <a:off x="282514" y="982872"/>
            <a:ext cx="4923527" cy="569344"/>
          </a:xfrm>
        </p:spPr>
        <p:txBody>
          <a:bodyPr/>
          <a:lstStyle/>
          <a:p>
            <a:pPr marL="0" indent="0">
              <a:buNone/>
            </a:pPr>
            <a:r>
              <a:rPr lang="pl-PL" sz="1800" err="1"/>
              <a:t>Sharepoint</a:t>
            </a:r>
            <a:r>
              <a:rPr lang="pl-PL" sz="1800"/>
              <a:t> </a:t>
            </a:r>
            <a:r>
              <a:rPr lang="pl-PL" sz="1800" err="1"/>
              <a:t>PnP</a:t>
            </a:r>
            <a:r>
              <a:rPr lang="pl-PL" sz="1800"/>
              <a:t> </a:t>
            </a:r>
            <a:r>
              <a:rPr lang="pl-PL" sz="1800" err="1"/>
              <a:t>Powershell</a:t>
            </a:r>
            <a:r>
              <a:rPr lang="pl-PL" sz="1800"/>
              <a:t> Module</a:t>
            </a:r>
          </a:p>
        </p:txBody>
      </p:sp>
      <p:pic>
        <p:nvPicPr>
          <p:cNvPr id="7" name="Obraz 6">
            <a:extLst>
              <a:ext uri="{FF2B5EF4-FFF2-40B4-BE49-F238E27FC236}">
                <a16:creationId xmlns:a16="http://schemas.microsoft.com/office/drawing/2014/main" id="{22E31F16-84B3-AF32-F24D-A3D4D5534D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51955" y="155008"/>
            <a:ext cx="2041637" cy="1388313"/>
          </a:xfrm>
          <a:prstGeom prst="rect">
            <a:avLst/>
          </a:prstGeom>
        </p:spPr>
      </p:pic>
      <p:pic>
        <p:nvPicPr>
          <p:cNvPr id="4" name="Obraz 3">
            <a:extLst>
              <a:ext uri="{FF2B5EF4-FFF2-40B4-BE49-F238E27FC236}">
                <a16:creationId xmlns:a16="http://schemas.microsoft.com/office/drawing/2014/main" id="{CB47DE72-2B53-A1D4-9482-EB779AB63AF4}"/>
              </a:ext>
            </a:extLst>
          </p:cNvPr>
          <p:cNvPicPr>
            <a:picLocks noChangeAspect="1"/>
          </p:cNvPicPr>
          <p:nvPr/>
        </p:nvPicPr>
        <p:blipFill>
          <a:blip r:embed="rId3"/>
          <a:stretch>
            <a:fillRect/>
          </a:stretch>
        </p:blipFill>
        <p:spPr>
          <a:xfrm>
            <a:off x="454087" y="1681612"/>
            <a:ext cx="11145805" cy="4143953"/>
          </a:xfrm>
          <a:prstGeom prst="rect">
            <a:avLst/>
          </a:prstGeom>
        </p:spPr>
      </p:pic>
    </p:spTree>
    <p:extLst>
      <p:ext uri="{BB962C8B-B14F-4D97-AF65-F5344CB8AC3E}">
        <p14:creationId xmlns:p14="http://schemas.microsoft.com/office/powerpoint/2010/main" val="13731963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E1399-4E61-7E5B-16B4-6630E18B1597}"/>
            </a:ext>
          </a:extLst>
        </p:cNvPr>
        <p:cNvGrpSpPr/>
        <p:nvPr/>
      </p:nvGrpSpPr>
      <p:grpSpPr>
        <a:xfrm>
          <a:off x="0" y="0"/>
          <a:ext cx="0" cy="0"/>
          <a:chOff x="0" y="0"/>
          <a:chExt cx="0" cy="0"/>
        </a:xfrm>
      </p:grpSpPr>
      <p:sp>
        <p:nvSpPr>
          <p:cNvPr id="3" name="Symbol zastępczy tekstu 2">
            <a:extLst>
              <a:ext uri="{FF2B5EF4-FFF2-40B4-BE49-F238E27FC236}">
                <a16:creationId xmlns:a16="http://schemas.microsoft.com/office/drawing/2014/main" id="{CEDADFC9-EEB7-6E2B-A009-CDCEF2DA2E2C}"/>
              </a:ext>
            </a:extLst>
          </p:cNvPr>
          <p:cNvSpPr>
            <a:spLocks noGrp="1"/>
          </p:cNvSpPr>
          <p:nvPr>
            <p:ph type="body" sz="quarter" idx="10"/>
          </p:nvPr>
        </p:nvSpPr>
        <p:spPr>
          <a:xfrm>
            <a:off x="5247292" y="4804207"/>
            <a:ext cx="1179830" cy="914400"/>
          </a:xfrm>
        </p:spPr>
        <p:txBody>
          <a:bodyPr/>
          <a:lstStyle/>
          <a:p>
            <a:pPr marL="0" indent="0">
              <a:buNone/>
            </a:pPr>
            <a:r>
              <a:rPr lang="pl-PL" sz="2800"/>
              <a:t>LAB 01</a:t>
            </a:r>
            <a:endParaRPr lang="pl-PL"/>
          </a:p>
        </p:txBody>
      </p:sp>
      <p:pic>
        <p:nvPicPr>
          <p:cNvPr id="5" name="Obraz 4">
            <a:extLst>
              <a:ext uri="{FF2B5EF4-FFF2-40B4-BE49-F238E27FC236}">
                <a16:creationId xmlns:a16="http://schemas.microsoft.com/office/drawing/2014/main" id="{8505206F-AF6A-674D-E95E-B535332268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9782" y="1705305"/>
            <a:ext cx="4514850" cy="3009900"/>
          </a:xfrm>
          <a:prstGeom prst="rect">
            <a:avLst/>
          </a:prstGeom>
        </p:spPr>
      </p:pic>
    </p:spTree>
    <p:extLst>
      <p:ext uri="{BB962C8B-B14F-4D97-AF65-F5344CB8AC3E}">
        <p14:creationId xmlns:p14="http://schemas.microsoft.com/office/powerpoint/2010/main" val="30540425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tekstu 2">
            <a:extLst>
              <a:ext uri="{FF2B5EF4-FFF2-40B4-BE49-F238E27FC236}">
                <a16:creationId xmlns:a16="http://schemas.microsoft.com/office/drawing/2014/main" id="{41A6967E-EF9E-D540-750A-56586B652A6A}"/>
              </a:ext>
            </a:extLst>
          </p:cNvPr>
          <p:cNvSpPr>
            <a:spLocks noGrp="1"/>
          </p:cNvSpPr>
          <p:nvPr>
            <p:ph type="body" sz="quarter" idx="10"/>
          </p:nvPr>
        </p:nvSpPr>
        <p:spPr>
          <a:xfrm>
            <a:off x="2028645" y="4911156"/>
            <a:ext cx="8134710" cy="914400"/>
          </a:xfrm>
        </p:spPr>
        <p:txBody>
          <a:bodyPr/>
          <a:lstStyle/>
          <a:p>
            <a:pPr marL="0" indent="0">
              <a:buNone/>
            </a:pPr>
            <a:r>
              <a:rPr lang="en-US" sz="2800"/>
              <a:t>Planning and Configuring Site Collections and Hub Sites</a:t>
            </a:r>
            <a:endParaRPr lang="pl-PL"/>
          </a:p>
        </p:txBody>
      </p:sp>
      <p:pic>
        <p:nvPicPr>
          <p:cNvPr id="5" name="Obraz 4">
            <a:extLst>
              <a:ext uri="{FF2B5EF4-FFF2-40B4-BE49-F238E27FC236}">
                <a16:creationId xmlns:a16="http://schemas.microsoft.com/office/drawing/2014/main" id="{FF704FE1-8340-9E21-35A5-5A5A7663D1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9782" y="1705305"/>
            <a:ext cx="4514850" cy="3009900"/>
          </a:xfrm>
          <a:prstGeom prst="rect">
            <a:avLst/>
          </a:prstGeom>
        </p:spPr>
      </p:pic>
    </p:spTree>
    <p:extLst>
      <p:ext uri="{BB962C8B-B14F-4D97-AF65-F5344CB8AC3E}">
        <p14:creationId xmlns:p14="http://schemas.microsoft.com/office/powerpoint/2010/main" val="20983498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1533517" cy="785003"/>
          </a:xfrm>
        </p:spPr>
        <p:txBody>
          <a:bodyPr/>
          <a:lstStyle/>
          <a:p>
            <a:r>
              <a:rPr lang="en-US" sz="3600"/>
              <a:t>Planning and Configuring Site Collections and Hub Sites</a:t>
            </a:r>
          </a:p>
        </p:txBody>
      </p:sp>
      <p:sp>
        <p:nvSpPr>
          <p:cNvPr id="9" name="Symbol zastępczy tekstu 8">
            <a:extLst>
              <a:ext uri="{FF2B5EF4-FFF2-40B4-BE49-F238E27FC236}">
                <a16:creationId xmlns:a16="http://schemas.microsoft.com/office/drawing/2014/main" id="{12B6E370-EABE-CA30-2460-E29445B44796}"/>
              </a:ext>
            </a:extLst>
          </p:cNvPr>
          <p:cNvSpPr>
            <a:spLocks noGrp="1"/>
          </p:cNvSpPr>
          <p:nvPr>
            <p:ph type="body" sz="quarter" idx="10"/>
          </p:nvPr>
        </p:nvSpPr>
        <p:spPr>
          <a:xfrm>
            <a:off x="311989" y="980175"/>
            <a:ext cx="9763664" cy="365546"/>
          </a:xfrm>
        </p:spPr>
        <p:txBody>
          <a:bodyPr/>
          <a:lstStyle/>
          <a:p>
            <a:pPr marL="0" indent="0">
              <a:buNone/>
            </a:pPr>
            <a:r>
              <a:rPr lang="pl-PL"/>
              <a:t>Classic </a:t>
            </a:r>
            <a:r>
              <a:rPr lang="pl-PL" err="1"/>
              <a:t>Sharepoint</a:t>
            </a:r>
            <a:r>
              <a:rPr lang="pl-PL"/>
              <a:t> Information Architecture</a:t>
            </a:r>
          </a:p>
        </p:txBody>
      </p:sp>
      <p:pic>
        <p:nvPicPr>
          <p:cNvPr id="3" name="Obraz 2">
            <a:extLst>
              <a:ext uri="{FF2B5EF4-FFF2-40B4-BE49-F238E27FC236}">
                <a16:creationId xmlns:a16="http://schemas.microsoft.com/office/drawing/2014/main" id="{C09706B8-3328-0F3F-6368-1B3CF71C97C8}"/>
              </a:ext>
            </a:extLst>
          </p:cNvPr>
          <p:cNvPicPr>
            <a:picLocks noChangeAspect="1"/>
          </p:cNvPicPr>
          <p:nvPr/>
        </p:nvPicPr>
        <p:blipFill>
          <a:blip r:embed="rId2"/>
          <a:stretch>
            <a:fillRect/>
          </a:stretch>
        </p:blipFill>
        <p:spPr>
          <a:xfrm>
            <a:off x="429713" y="1459140"/>
            <a:ext cx="5666287" cy="4619875"/>
          </a:xfrm>
          <a:prstGeom prst="rect">
            <a:avLst/>
          </a:prstGeom>
        </p:spPr>
      </p:pic>
      <p:sp>
        <p:nvSpPr>
          <p:cNvPr id="4" name="pole tekstowe 3">
            <a:extLst>
              <a:ext uri="{FF2B5EF4-FFF2-40B4-BE49-F238E27FC236}">
                <a16:creationId xmlns:a16="http://schemas.microsoft.com/office/drawing/2014/main" id="{F7A45228-9EDD-A87B-B3A5-BADE7391960E}"/>
              </a:ext>
            </a:extLst>
          </p:cNvPr>
          <p:cNvSpPr txBox="1"/>
          <p:nvPr/>
        </p:nvSpPr>
        <p:spPr>
          <a:xfrm>
            <a:off x="7599872" y="1923691"/>
            <a:ext cx="3933645" cy="1477328"/>
          </a:xfrm>
          <a:prstGeom prst="rect">
            <a:avLst/>
          </a:prstGeom>
          <a:noFill/>
        </p:spPr>
        <p:txBody>
          <a:bodyPr wrap="square" rtlCol="0">
            <a:spAutoFit/>
          </a:bodyPr>
          <a:lstStyle/>
          <a:p>
            <a:r>
              <a:rPr lang="pl-PL" err="1"/>
              <a:t>What’s</a:t>
            </a:r>
            <a:r>
              <a:rPr lang="pl-PL"/>
              <a:t> </a:t>
            </a:r>
            <a:r>
              <a:rPr lang="pl-PL" err="1"/>
              <a:t>Inherited</a:t>
            </a:r>
            <a:r>
              <a:rPr lang="pl-PL"/>
              <a:t>?</a:t>
            </a:r>
          </a:p>
          <a:p>
            <a:pPr algn="ctr"/>
            <a:endParaRPr lang="pl-PL"/>
          </a:p>
          <a:p>
            <a:pPr marL="285750" indent="-285750">
              <a:buFont typeface="Arial" panose="020B0604020202020204" pitchFamily="34" charset="0"/>
              <a:buChar char="•"/>
            </a:pPr>
            <a:r>
              <a:rPr lang="pl-PL" err="1"/>
              <a:t>Permission</a:t>
            </a:r>
            <a:endParaRPr lang="pl-PL"/>
          </a:p>
          <a:p>
            <a:pPr marL="285750" indent="-285750">
              <a:buFont typeface="Arial" panose="020B0604020202020204" pitchFamily="34" charset="0"/>
              <a:buChar char="•"/>
            </a:pPr>
            <a:r>
              <a:rPr lang="pl-PL" err="1"/>
              <a:t>Navigation</a:t>
            </a:r>
            <a:endParaRPr lang="pl-PL"/>
          </a:p>
          <a:p>
            <a:pPr marL="285750" indent="-285750">
              <a:buFont typeface="Arial" panose="020B0604020202020204" pitchFamily="34" charset="0"/>
              <a:buChar char="•"/>
            </a:pPr>
            <a:r>
              <a:rPr lang="pl-PL" err="1"/>
              <a:t>Branding</a:t>
            </a:r>
            <a:endParaRPr lang="pl-PL"/>
          </a:p>
        </p:txBody>
      </p:sp>
    </p:spTree>
    <p:extLst>
      <p:ext uri="{BB962C8B-B14F-4D97-AF65-F5344CB8AC3E}">
        <p14:creationId xmlns:p14="http://schemas.microsoft.com/office/powerpoint/2010/main" val="35684048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1533517" cy="785003"/>
          </a:xfrm>
        </p:spPr>
        <p:txBody>
          <a:bodyPr/>
          <a:lstStyle/>
          <a:p>
            <a:r>
              <a:rPr lang="en-US" sz="3600"/>
              <a:t>Planning and Configuring Site Collections and Hub Sites</a:t>
            </a:r>
          </a:p>
        </p:txBody>
      </p:sp>
      <p:sp>
        <p:nvSpPr>
          <p:cNvPr id="9" name="Symbol zastępczy tekstu 8">
            <a:extLst>
              <a:ext uri="{FF2B5EF4-FFF2-40B4-BE49-F238E27FC236}">
                <a16:creationId xmlns:a16="http://schemas.microsoft.com/office/drawing/2014/main" id="{12B6E370-EABE-CA30-2460-E29445B44796}"/>
              </a:ext>
            </a:extLst>
          </p:cNvPr>
          <p:cNvSpPr>
            <a:spLocks noGrp="1"/>
          </p:cNvSpPr>
          <p:nvPr>
            <p:ph type="body" sz="quarter" idx="10"/>
          </p:nvPr>
        </p:nvSpPr>
        <p:spPr>
          <a:xfrm>
            <a:off x="311989" y="980175"/>
            <a:ext cx="9763664" cy="365546"/>
          </a:xfrm>
        </p:spPr>
        <p:txBody>
          <a:bodyPr/>
          <a:lstStyle/>
          <a:p>
            <a:pPr marL="0" indent="0">
              <a:buNone/>
            </a:pPr>
            <a:r>
              <a:rPr lang="pl-PL"/>
              <a:t>Classic </a:t>
            </a:r>
            <a:r>
              <a:rPr lang="pl-PL" err="1"/>
              <a:t>Sharepoint</a:t>
            </a:r>
            <a:r>
              <a:rPr lang="pl-PL"/>
              <a:t> Information Architecture</a:t>
            </a:r>
          </a:p>
        </p:txBody>
      </p:sp>
      <p:pic>
        <p:nvPicPr>
          <p:cNvPr id="3" name="Obraz 2">
            <a:extLst>
              <a:ext uri="{FF2B5EF4-FFF2-40B4-BE49-F238E27FC236}">
                <a16:creationId xmlns:a16="http://schemas.microsoft.com/office/drawing/2014/main" id="{C09706B8-3328-0F3F-6368-1B3CF71C97C8}"/>
              </a:ext>
            </a:extLst>
          </p:cNvPr>
          <p:cNvPicPr>
            <a:picLocks noChangeAspect="1"/>
          </p:cNvPicPr>
          <p:nvPr/>
        </p:nvPicPr>
        <p:blipFill>
          <a:blip r:embed="rId2"/>
          <a:stretch>
            <a:fillRect/>
          </a:stretch>
        </p:blipFill>
        <p:spPr>
          <a:xfrm>
            <a:off x="429713" y="1459140"/>
            <a:ext cx="5666287" cy="4619875"/>
          </a:xfrm>
          <a:prstGeom prst="rect">
            <a:avLst/>
          </a:prstGeom>
        </p:spPr>
      </p:pic>
      <p:sp>
        <p:nvSpPr>
          <p:cNvPr id="4" name="pole tekstowe 3">
            <a:extLst>
              <a:ext uri="{FF2B5EF4-FFF2-40B4-BE49-F238E27FC236}">
                <a16:creationId xmlns:a16="http://schemas.microsoft.com/office/drawing/2014/main" id="{F7A45228-9EDD-A87B-B3A5-BADE7391960E}"/>
              </a:ext>
            </a:extLst>
          </p:cNvPr>
          <p:cNvSpPr txBox="1"/>
          <p:nvPr/>
        </p:nvSpPr>
        <p:spPr>
          <a:xfrm>
            <a:off x="7599872" y="1923691"/>
            <a:ext cx="3933645" cy="1477328"/>
          </a:xfrm>
          <a:prstGeom prst="rect">
            <a:avLst/>
          </a:prstGeom>
          <a:noFill/>
        </p:spPr>
        <p:txBody>
          <a:bodyPr wrap="square" rtlCol="0">
            <a:spAutoFit/>
          </a:bodyPr>
          <a:lstStyle/>
          <a:p>
            <a:r>
              <a:rPr lang="pl-PL" err="1"/>
              <a:t>What’s</a:t>
            </a:r>
            <a:r>
              <a:rPr lang="pl-PL"/>
              <a:t> </a:t>
            </a:r>
            <a:r>
              <a:rPr lang="pl-PL" err="1"/>
              <a:t>Inherited</a:t>
            </a:r>
            <a:r>
              <a:rPr lang="pl-PL"/>
              <a:t>?</a:t>
            </a:r>
          </a:p>
          <a:p>
            <a:pPr algn="ctr"/>
            <a:endParaRPr lang="pl-PL"/>
          </a:p>
          <a:p>
            <a:pPr marL="285750" indent="-285750">
              <a:buFont typeface="Arial" panose="020B0604020202020204" pitchFamily="34" charset="0"/>
              <a:buChar char="•"/>
            </a:pPr>
            <a:r>
              <a:rPr lang="pl-PL" err="1"/>
              <a:t>Permission</a:t>
            </a:r>
            <a:endParaRPr lang="pl-PL"/>
          </a:p>
          <a:p>
            <a:pPr marL="285750" indent="-285750">
              <a:buFont typeface="Arial" panose="020B0604020202020204" pitchFamily="34" charset="0"/>
              <a:buChar char="•"/>
            </a:pPr>
            <a:r>
              <a:rPr lang="pl-PL" err="1"/>
              <a:t>Navigation</a:t>
            </a:r>
            <a:endParaRPr lang="pl-PL"/>
          </a:p>
          <a:p>
            <a:pPr marL="285750" indent="-285750">
              <a:buFont typeface="Arial" panose="020B0604020202020204" pitchFamily="34" charset="0"/>
              <a:buChar char="•"/>
            </a:pPr>
            <a:r>
              <a:rPr lang="pl-PL" err="1"/>
              <a:t>Branding</a:t>
            </a:r>
            <a:endParaRPr lang="pl-PL"/>
          </a:p>
        </p:txBody>
      </p:sp>
    </p:spTree>
    <p:extLst>
      <p:ext uri="{BB962C8B-B14F-4D97-AF65-F5344CB8AC3E}">
        <p14:creationId xmlns:p14="http://schemas.microsoft.com/office/powerpoint/2010/main" val="29269406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1533517" cy="785003"/>
          </a:xfrm>
        </p:spPr>
        <p:txBody>
          <a:bodyPr/>
          <a:lstStyle/>
          <a:p>
            <a:r>
              <a:rPr lang="en-US" sz="3600"/>
              <a:t>Planning and Configuring Site Collections and Hub Sites</a:t>
            </a:r>
          </a:p>
        </p:txBody>
      </p:sp>
      <p:sp>
        <p:nvSpPr>
          <p:cNvPr id="9" name="Symbol zastępczy tekstu 8">
            <a:extLst>
              <a:ext uri="{FF2B5EF4-FFF2-40B4-BE49-F238E27FC236}">
                <a16:creationId xmlns:a16="http://schemas.microsoft.com/office/drawing/2014/main" id="{12B6E370-EABE-CA30-2460-E29445B44796}"/>
              </a:ext>
            </a:extLst>
          </p:cNvPr>
          <p:cNvSpPr>
            <a:spLocks noGrp="1"/>
          </p:cNvSpPr>
          <p:nvPr>
            <p:ph type="body" sz="quarter" idx="10"/>
          </p:nvPr>
        </p:nvSpPr>
        <p:spPr>
          <a:xfrm>
            <a:off x="311989" y="980175"/>
            <a:ext cx="9763664" cy="365546"/>
          </a:xfrm>
        </p:spPr>
        <p:txBody>
          <a:bodyPr/>
          <a:lstStyle/>
          <a:p>
            <a:pPr marL="0" indent="0">
              <a:buNone/>
            </a:pPr>
            <a:r>
              <a:rPr lang="pl-PL"/>
              <a:t>Classic </a:t>
            </a:r>
            <a:r>
              <a:rPr lang="pl-PL" err="1"/>
              <a:t>Sharepoint</a:t>
            </a:r>
            <a:r>
              <a:rPr lang="pl-PL"/>
              <a:t> Intranet</a:t>
            </a:r>
          </a:p>
        </p:txBody>
      </p:sp>
      <p:pic>
        <p:nvPicPr>
          <p:cNvPr id="5" name="Obraz 4">
            <a:extLst>
              <a:ext uri="{FF2B5EF4-FFF2-40B4-BE49-F238E27FC236}">
                <a16:creationId xmlns:a16="http://schemas.microsoft.com/office/drawing/2014/main" id="{CC76A72E-A71E-4992-EF54-D2CA6855B49C}"/>
              </a:ext>
            </a:extLst>
          </p:cNvPr>
          <p:cNvPicPr>
            <a:picLocks noChangeAspect="1"/>
          </p:cNvPicPr>
          <p:nvPr/>
        </p:nvPicPr>
        <p:blipFill>
          <a:blip r:embed="rId2"/>
          <a:stretch>
            <a:fillRect/>
          </a:stretch>
        </p:blipFill>
        <p:spPr>
          <a:xfrm>
            <a:off x="2338025" y="1765178"/>
            <a:ext cx="5711591" cy="3844876"/>
          </a:xfrm>
          <a:prstGeom prst="rect">
            <a:avLst/>
          </a:prstGeom>
        </p:spPr>
      </p:pic>
    </p:spTree>
    <p:extLst>
      <p:ext uri="{BB962C8B-B14F-4D97-AF65-F5344CB8AC3E}">
        <p14:creationId xmlns:p14="http://schemas.microsoft.com/office/powerpoint/2010/main" val="12041554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1533517" cy="785003"/>
          </a:xfrm>
        </p:spPr>
        <p:txBody>
          <a:bodyPr/>
          <a:lstStyle/>
          <a:p>
            <a:r>
              <a:rPr lang="en-US" sz="3600"/>
              <a:t>Planning and Configuring Site Collections and Hub Sites</a:t>
            </a:r>
          </a:p>
        </p:txBody>
      </p:sp>
      <p:sp>
        <p:nvSpPr>
          <p:cNvPr id="9" name="Symbol zastępczy tekstu 8">
            <a:extLst>
              <a:ext uri="{FF2B5EF4-FFF2-40B4-BE49-F238E27FC236}">
                <a16:creationId xmlns:a16="http://schemas.microsoft.com/office/drawing/2014/main" id="{12B6E370-EABE-CA30-2460-E29445B44796}"/>
              </a:ext>
            </a:extLst>
          </p:cNvPr>
          <p:cNvSpPr>
            <a:spLocks noGrp="1"/>
          </p:cNvSpPr>
          <p:nvPr>
            <p:ph type="body" sz="quarter" idx="10"/>
          </p:nvPr>
        </p:nvSpPr>
        <p:spPr>
          <a:xfrm>
            <a:off x="311989" y="980175"/>
            <a:ext cx="9763664" cy="365546"/>
          </a:xfrm>
        </p:spPr>
        <p:txBody>
          <a:bodyPr/>
          <a:lstStyle/>
          <a:p>
            <a:pPr marL="0" indent="0">
              <a:buNone/>
            </a:pPr>
            <a:r>
              <a:rPr lang="pl-PL"/>
              <a:t>Classic </a:t>
            </a:r>
            <a:r>
              <a:rPr lang="pl-PL" err="1"/>
              <a:t>Sharepoint</a:t>
            </a:r>
            <a:r>
              <a:rPr lang="pl-PL"/>
              <a:t> Templates</a:t>
            </a:r>
          </a:p>
        </p:txBody>
      </p:sp>
      <p:pic>
        <p:nvPicPr>
          <p:cNvPr id="3" name="Obraz 2">
            <a:extLst>
              <a:ext uri="{FF2B5EF4-FFF2-40B4-BE49-F238E27FC236}">
                <a16:creationId xmlns:a16="http://schemas.microsoft.com/office/drawing/2014/main" id="{05D8F0D8-1062-8817-A4C3-6A5ED12CFEBE}"/>
              </a:ext>
            </a:extLst>
          </p:cNvPr>
          <p:cNvPicPr>
            <a:picLocks noChangeAspect="1"/>
          </p:cNvPicPr>
          <p:nvPr/>
        </p:nvPicPr>
        <p:blipFill>
          <a:blip r:embed="rId2"/>
          <a:stretch>
            <a:fillRect/>
          </a:stretch>
        </p:blipFill>
        <p:spPr>
          <a:xfrm>
            <a:off x="929734" y="1880930"/>
            <a:ext cx="10332531" cy="3545086"/>
          </a:xfrm>
          <a:prstGeom prst="rect">
            <a:avLst/>
          </a:prstGeom>
        </p:spPr>
      </p:pic>
    </p:spTree>
    <p:extLst>
      <p:ext uri="{BB962C8B-B14F-4D97-AF65-F5344CB8AC3E}">
        <p14:creationId xmlns:p14="http://schemas.microsoft.com/office/powerpoint/2010/main" val="26478933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1533517" cy="785003"/>
          </a:xfrm>
        </p:spPr>
        <p:txBody>
          <a:bodyPr/>
          <a:lstStyle/>
          <a:p>
            <a:r>
              <a:rPr lang="en-US" sz="3600"/>
              <a:t>Planning and Configuring Site Collections and Hub Sites</a:t>
            </a:r>
          </a:p>
        </p:txBody>
      </p:sp>
      <p:sp>
        <p:nvSpPr>
          <p:cNvPr id="9" name="Symbol zastępczy tekstu 8">
            <a:extLst>
              <a:ext uri="{FF2B5EF4-FFF2-40B4-BE49-F238E27FC236}">
                <a16:creationId xmlns:a16="http://schemas.microsoft.com/office/drawing/2014/main" id="{12B6E370-EABE-CA30-2460-E29445B44796}"/>
              </a:ext>
            </a:extLst>
          </p:cNvPr>
          <p:cNvSpPr>
            <a:spLocks noGrp="1"/>
          </p:cNvSpPr>
          <p:nvPr>
            <p:ph type="body" sz="quarter" idx="10"/>
          </p:nvPr>
        </p:nvSpPr>
        <p:spPr>
          <a:xfrm>
            <a:off x="311989" y="980175"/>
            <a:ext cx="9763664" cy="365546"/>
          </a:xfrm>
        </p:spPr>
        <p:txBody>
          <a:bodyPr/>
          <a:lstStyle/>
          <a:p>
            <a:pPr marL="0" indent="0">
              <a:buNone/>
            </a:pPr>
            <a:r>
              <a:rPr lang="pl-PL"/>
              <a:t>Modern </a:t>
            </a:r>
            <a:r>
              <a:rPr lang="pl-PL" err="1"/>
              <a:t>Sharepoint</a:t>
            </a:r>
            <a:r>
              <a:rPr lang="pl-PL"/>
              <a:t> Information Architecture</a:t>
            </a:r>
          </a:p>
        </p:txBody>
      </p:sp>
      <p:sp>
        <p:nvSpPr>
          <p:cNvPr id="4" name="pole tekstowe 3">
            <a:extLst>
              <a:ext uri="{FF2B5EF4-FFF2-40B4-BE49-F238E27FC236}">
                <a16:creationId xmlns:a16="http://schemas.microsoft.com/office/drawing/2014/main" id="{F7A45228-9EDD-A87B-B3A5-BADE7391960E}"/>
              </a:ext>
            </a:extLst>
          </p:cNvPr>
          <p:cNvSpPr txBox="1"/>
          <p:nvPr/>
        </p:nvSpPr>
        <p:spPr>
          <a:xfrm>
            <a:off x="7599872" y="1923691"/>
            <a:ext cx="3933645" cy="1200329"/>
          </a:xfrm>
          <a:prstGeom prst="rect">
            <a:avLst/>
          </a:prstGeom>
          <a:noFill/>
        </p:spPr>
        <p:txBody>
          <a:bodyPr wrap="square" rtlCol="0">
            <a:spAutoFit/>
          </a:bodyPr>
          <a:lstStyle/>
          <a:p>
            <a:r>
              <a:rPr lang="pl-PL" err="1"/>
              <a:t>What’s</a:t>
            </a:r>
            <a:r>
              <a:rPr lang="pl-PL"/>
              <a:t> </a:t>
            </a:r>
            <a:r>
              <a:rPr lang="pl-PL" err="1"/>
              <a:t>Inherited</a:t>
            </a:r>
            <a:r>
              <a:rPr lang="pl-PL"/>
              <a:t>?</a:t>
            </a:r>
          </a:p>
          <a:p>
            <a:endParaRPr lang="pl-PL"/>
          </a:p>
          <a:p>
            <a:pPr marL="285750" indent="-285750">
              <a:buFont typeface="Arial" panose="020B0604020202020204" pitchFamily="34" charset="0"/>
              <a:buChar char="•"/>
            </a:pPr>
            <a:r>
              <a:rPr lang="pl-PL" err="1"/>
              <a:t>Navigation</a:t>
            </a:r>
            <a:endParaRPr lang="pl-PL"/>
          </a:p>
          <a:p>
            <a:pPr marL="285750" indent="-285750">
              <a:buFont typeface="Arial" panose="020B0604020202020204" pitchFamily="34" charset="0"/>
              <a:buChar char="•"/>
            </a:pPr>
            <a:r>
              <a:rPr lang="pl-PL" err="1"/>
              <a:t>Branding</a:t>
            </a:r>
            <a:endParaRPr lang="pl-PL"/>
          </a:p>
        </p:txBody>
      </p:sp>
      <p:pic>
        <p:nvPicPr>
          <p:cNvPr id="5" name="Obraz 4">
            <a:extLst>
              <a:ext uri="{FF2B5EF4-FFF2-40B4-BE49-F238E27FC236}">
                <a16:creationId xmlns:a16="http://schemas.microsoft.com/office/drawing/2014/main" id="{FEFEE7BA-8963-A73C-EDD1-0DF34F625734}"/>
              </a:ext>
            </a:extLst>
          </p:cNvPr>
          <p:cNvPicPr>
            <a:picLocks noChangeAspect="1"/>
          </p:cNvPicPr>
          <p:nvPr/>
        </p:nvPicPr>
        <p:blipFill>
          <a:blip r:embed="rId2"/>
          <a:stretch>
            <a:fillRect/>
          </a:stretch>
        </p:blipFill>
        <p:spPr>
          <a:xfrm>
            <a:off x="60385" y="1595887"/>
            <a:ext cx="6978770" cy="4142449"/>
          </a:xfrm>
          <a:prstGeom prst="rect">
            <a:avLst/>
          </a:prstGeom>
        </p:spPr>
      </p:pic>
    </p:spTree>
    <p:extLst>
      <p:ext uri="{BB962C8B-B14F-4D97-AF65-F5344CB8AC3E}">
        <p14:creationId xmlns:p14="http://schemas.microsoft.com/office/powerpoint/2010/main" val="64686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1533517" cy="785003"/>
          </a:xfrm>
        </p:spPr>
        <p:txBody>
          <a:bodyPr/>
          <a:lstStyle/>
          <a:p>
            <a:r>
              <a:rPr lang="en-US" sz="3600"/>
              <a:t>Planning and Configuring Site Collections and Hub Sites</a:t>
            </a:r>
          </a:p>
        </p:txBody>
      </p:sp>
      <p:sp>
        <p:nvSpPr>
          <p:cNvPr id="9" name="Symbol zastępczy tekstu 8">
            <a:extLst>
              <a:ext uri="{FF2B5EF4-FFF2-40B4-BE49-F238E27FC236}">
                <a16:creationId xmlns:a16="http://schemas.microsoft.com/office/drawing/2014/main" id="{12B6E370-EABE-CA30-2460-E29445B44796}"/>
              </a:ext>
            </a:extLst>
          </p:cNvPr>
          <p:cNvSpPr>
            <a:spLocks noGrp="1"/>
          </p:cNvSpPr>
          <p:nvPr>
            <p:ph type="body" sz="quarter" idx="10"/>
          </p:nvPr>
        </p:nvSpPr>
        <p:spPr>
          <a:xfrm>
            <a:off x="311989" y="980175"/>
            <a:ext cx="9763664" cy="365546"/>
          </a:xfrm>
        </p:spPr>
        <p:txBody>
          <a:bodyPr/>
          <a:lstStyle/>
          <a:p>
            <a:pPr marL="0" indent="0">
              <a:buNone/>
            </a:pPr>
            <a:r>
              <a:rPr lang="pl-PL"/>
              <a:t>Modern </a:t>
            </a:r>
            <a:r>
              <a:rPr lang="pl-PL" err="1"/>
              <a:t>Sharepoint</a:t>
            </a:r>
            <a:r>
              <a:rPr lang="pl-PL"/>
              <a:t> Intranet – </a:t>
            </a:r>
            <a:r>
              <a:rPr lang="pl-PL" err="1"/>
              <a:t>Everything</a:t>
            </a:r>
            <a:r>
              <a:rPr lang="pl-PL"/>
              <a:t> </a:t>
            </a:r>
            <a:r>
              <a:rPr lang="pl-PL" err="1"/>
              <a:t>is</a:t>
            </a:r>
            <a:r>
              <a:rPr lang="pl-PL"/>
              <a:t> a Site Collection</a:t>
            </a:r>
          </a:p>
        </p:txBody>
      </p:sp>
      <p:pic>
        <p:nvPicPr>
          <p:cNvPr id="3" name="Obraz 2">
            <a:extLst>
              <a:ext uri="{FF2B5EF4-FFF2-40B4-BE49-F238E27FC236}">
                <a16:creationId xmlns:a16="http://schemas.microsoft.com/office/drawing/2014/main" id="{BB0DFC5E-0C6B-4049-0758-D8EA1FFE2D06}"/>
              </a:ext>
            </a:extLst>
          </p:cNvPr>
          <p:cNvPicPr>
            <a:picLocks noChangeAspect="1"/>
          </p:cNvPicPr>
          <p:nvPr/>
        </p:nvPicPr>
        <p:blipFill>
          <a:blip r:embed="rId2"/>
          <a:stretch>
            <a:fillRect/>
          </a:stretch>
        </p:blipFill>
        <p:spPr>
          <a:xfrm>
            <a:off x="1719543" y="1597599"/>
            <a:ext cx="8215200" cy="4178151"/>
          </a:xfrm>
          <a:prstGeom prst="rect">
            <a:avLst/>
          </a:prstGeom>
        </p:spPr>
      </p:pic>
    </p:spTree>
    <p:extLst>
      <p:ext uri="{BB962C8B-B14F-4D97-AF65-F5344CB8AC3E}">
        <p14:creationId xmlns:p14="http://schemas.microsoft.com/office/powerpoint/2010/main" val="32681345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1533517" cy="785003"/>
          </a:xfrm>
        </p:spPr>
        <p:txBody>
          <a:bodyPr/>
          <a:lstStyle/>
          <a:p>
            <a:r>
              <a:rPr lang="en-US" sz="3600"/>
              <a:t>Planning and Configuring Site Collections and Hub Sites</a:t>
            </a:r>
          </a:p>
        </p:txBody>
      </p:sp>
      <p:sp>
        <p:nvSpPr>
          <p:cNvPr id="9" name="Symbol zastępczy tekstu 8">
            <a:extLst>
              <a:ext uri="{FF2B5EF4-FFF2-40B4-BE49-F238E27FC236}">
                <a16:creationId xmlns:a16="http://schemas.microsoft.com/office/drawing/2014/main" id="{12B6E370-EABE-CA30-2460-E29445B44796}"/>
              </a:ext>
            </a:extLst>
          </p:cNvPr>
          <p:cNvSpPr>
            <a:spLocks noGrp="1"/>
          </p:cNvSpPr>
          <p:nvPr>
            <p:ph type="body" sz="quarter" idx="10"/>
          </p:nvPr>
        </p:nvSpPr>
        <p:spPr>
          <a:xfrm>
            <a:off x="311989" y="980175"/>
            <a:ext cx="9763664" cy="365546"/>
          </a:xfrm>
        </p:spPr>
        <p:txBody>
          <a:bodyPr/>
          <a:lstStyle/>
          <a:p>
            <a:pPr marL="0" indent="0">
              <a:buNone/>
            </a:pPr>
            <a:r>
              <a:rPr lang="pl-PL"/>
              <a:t>Modern </a:t>
            </a:r>
            <a:r>
              <a:rPr lang="pl-PL" err="1"/>
              <a:t>Sharepoint</a:t>
            </a:r>
            <a:r>
              <a:rPr lang="pl-PL"/>
              <a:t> Intranet – </a:t>
            </a:r>
            <a:r>
              <a:rPr lang="pl-PL" err="1"/>
              <a:t>Sites</a:t>
            </a:r>
            <a:r>
              <a:rPr lang="pl-PL"/>
              <a:t> </a:t>
            </a:r>
            <a:r>
              <a:rPr lang="pl-PL" err="1"/>
              <a:t>can</a:t>
            </a:r>
            <a:r>
              <a:rPr lang="pl-PL"/>
              <a:t> be </a:t>
            </a:r>
            <a:r>
              <a:rPr lang="pl-PL" err="1"/>
              <a:t>moved</a:t>
            </a:r>
            <a:r>
              <a:rPr lang="pl-PL"/>
              <a:t> to </a:t>
            </a:r>
            <a:r>
              <a:rPr lang="pl-PL" err="1"/>
              <a:t>other</a:t>
            </a:r>
            <a:r>
              <a:rPr lang="pl-PL"/>
              <a:t> </a:t>
            </a:r>
            <a:r>
              <a:rPr lang="pl-PL" err="1"/>
              <a:t>hubs</a:t>
            </a:r>
            <a:endParaRPr lang="pl-PL"/>
          </a:p>
        </p:txBody>
      </p:sp>
      <p:pic>
        <p:nvPicPr>
          <p:cNvPr id="4" name="Obraz 3">
            <a:extLst>
              <a:ext uri="{FF2B5EF4-FFF2-40B4-BE49-F238E27FC236}">
                <a16:creationId xmlns:a16="http://schemas.microsoft.com/office/drawing/2014/main" id="{914B302D-CD64-082C-232C-1CB42FD72F75}"/>
              </a:ext>
            </a:extLst>
          </p:cNvPr>
          <p:cNvPicPr>
            <a:picLocks noChangeAspect="1"/>
          </p:cNvPicPr>
          <p:nvPr/>
        </p:nvPicPr>
        <p:blipFill>
          <a:blip r:embed="rId2"/>
          <a:stretch>
            <a:fillRect/>
          </a:stretch>
        </p:blipFill>
        <p:spPr>
          <a:xfrm>
            <a:off x="468116" y="1659018"/>
            <a:ext cx="11065401" cy="3870515"/>
          </a:xfrm>
          <a:prstGeom prst="rect">
            <a:avLst/>
          </a:prstGeom>
        </p:spPr>
      </p:pic>
    </p:spTree>
    <p:extLst>
      <p:ext uri="{BB962C8B-B14F-4D97-AF65-F5344CB8AC3E}">
        <p14:creationId xmlns:p14="http://schemas.microsoft.com/office/powerpoint/2010/main" val="13310861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1533517" cy="785003"/>
          </a:xfrm>
        </p:spPr>
        <p:txBody>
          <a:bodyPr/>
          <a:lstStyle/>
          <a:p>
            <a:r>
              <a:rPr lang="en-US" sz="3600"/>
              <a:t>Planning and Configuring Site Collections and Hub Sites</a:t>
            </a:r>
          </a:p>
        </p:txBody>
      </p:sp>
      <p:sp>
        <p:nvSpPr>
          <p:cNvPr id="9" name="Symbol zastępczy tekstu 8">
            <a:extLst>
              <a:ext uri="{FF2B5EF4-FFF2-40B4-BE49-F238E27FC236}">
                <a16:creationId xmlns:a16="http://schemas.microsoft.com/office/drawing/2014/main" id="{12B6E370-EABE-CA30-2460-E29445B44796}"/>
              </a:ext>
            </a:extLst>
          </p:cNvPr>
          <p:cNvSpPr>
            <a:spLocks noGrp="1"/>
          </p:cNvSpPr>
          <p:nvPr>
            <p:ph type="body" sz="quarter" idx="10"/>
          </p:nvPr>
        </p:nvSpPr>
        <p:spPr>
          <a:xfrm>
            <a:off x="311989" y="980175"/>
            <a:ext cx="9763664" cy="365546"/>
          </a:xfrm>
        </p:spPr>
        <p:txBody>
          <a:bodyPr/>
          <a:lstStyle/>
          <a:p>
            <a:pPr marL="0" indent="0">
              <a:buNone/>
            </a:pPr>
            <a:r>
              <a:rPr lang="pl-PL"/>
              <a:t>Modern </a:t>
            </a:r>
            <a:r>
              <a:rPr lang="pl-PL" err="1"/>
              <a:t>Sharepoint</a:t>
            </a:r>
            <a:r>
              <a:rPr lang="pl-PL"/>
              <a:t> Templates</a:t>
            </a:r>
          </a:p>
        </p:txBody>
      </p:sp>
      <p:pic>
        <p:nvPicPr>
          <p:cNvPr id="4" name="Obraz 3">
            <a:extLst>
              <a:ext uri="{FF2B5EF4-FFF2-40B4-BE49-F238E27FC236}">
                <a16:creationId xmlns:a16="http://schemas.microsoft.com/office/drawing/2014/main" id="{A18DF542-D210-F494-B7E7-1C7F7BFFF3F4}"/>
              </a:ext>
            </a:extLst>
          </p:cNvPr>
          <p:cNvPicPr>
            <a:picLocks noChangeAspect="1"/>
          </p:cNvPicPr>
          <p:nvPr/>
        </p:nvPicPr>
        <p:blipFill>
          <a:blip r:embed="rId2"/>
          <a:stretch>
            <a:fillRect/>
          </a:stretch>
        </p:blipFill>
        <p:spPr>
          <a:xfrm>
            <a:off x="0" y="1551706"/>
            <a:ext cx="12192000" cy="4082389"/>
          </a:xfrm>
          <a:prstGeom prst="rect">
            <a:avLst/>
          </a:prstGeom>
        </p:spPr>
      </p:pic>
    </p:spTree>
    <p:extLst>
      <p:ext uri="{BB962C8B-B14F-4D97-AF65-F5344CB8AC3E}">
        <p14:creationId xmlns:p14="http://schemas.microsoft.com/office/powerpoint/2010/main" val="31307872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1533517" cy="785003"/>
          </a:xfrm>
        </p:spPr>
        <p:txBody>
          <a:bodyPr/>
          <a:lstStyle/>
          <a:p>
            <a:r>
              <a:rPr lang="en-US" sz="3600"/>
              <a:t>Planning and Configuring Site Collections and Hub Sites</a:t>
            </a:r>
          </a:p>
        </p:txBody>
      </p:sp>
      <p:sp>
        <p:nvSpPr>
          <p:cNvPr id="9" name="Symbol zastępczy tekstu 8">
            <a:extLst>
              <a:ext uri="{FF2B5EF4-FFF2-40B4-BE49-F238E27FC236}">
                <a16:creationId xmlns:a16="http://schemas.microsoft.com/office/drawing/2014/main" id="{12B6E370-EABE-CA30-2460-E29445B44796}"/>
              </a:ext>
            </a:extLst>
          </p:cNvPr>
          <p:cNvSpPr>
            <a:spLocks noGrp="1"/>
          </p:cNvSpPr>
          <p:nvPr>
            <p:ph type="body" sz="quarter" idx="10"/>
          </p:nvPr>
        </p:nvSpPr>
        <p:spPr>
          <a:xfrm>
            <a:off x="311989" y="980175"/>
            <a:ext cx="9763664" cy="365546"/>
          </a:xfrm>
        </p:spPr>
        <p:txBody>
          <a:bodyPr/>
          <a:lstStyle/>
          <a:p>
            <a:pPr marL="0" indent="0">
              <a:buNone/>
            </a:pPr>
            <a:r>
              <a:rPr lang="pl-PL"/>
              <a:t>Office 365 </a:t>
            </a:r>
            <a:r>
              <a:rPr lang="pl-PL" err="1"/>
              <a:t>Groups</a:t>
            </a:r>
            <a:endParaRPr lang="pl-PL"/>
          </a:p>
        </p:txBody>
      </p:sp>
      <p:sp>
        <p:nvSpPr>
          <p:cNvPr id="2" name="pole tekstowe 1">
            <a:extLst>
              <a:ext uri="{FF2B5EF4-FFF2-40B4-BE49-F238E27FC236}">
                <a16:creationId xmlns:a16="http://schemas.microsoft.com/office/drawing/2014/main" id="{DFFE0B26-C839-9B01-CB75-BA53B679B95B}"/>
              </a:ext>
            </a:extLst>
          </p:cNvPr>
          <p:cNvSpPr txBox="1"/>
          <p:nvPr/>
        </p:nvSpPr>
        <p:spPr>
          <a:xfrm>
            <a:off x="311989" y="1871932"/>
            <a:ext cx="12644886" cy="2862322"/>
          </a:xfrm>
          <a:prstGeom prst="rect">
            <a:avLst/>
          </a:prstGeom>
          <a:noFill/>
        </p:spPr>
        <p:txBody>
          <a:bodyPr wrap="square" rtlCol="0">
            <a:spAutoFit/>
          </a:bodyPr>
          <a:lstStyle/>
          <a:p>
            <a:r>
              <a:rPr lang="pl-PL" b="1"/>
              <a:t>A </a:t>
            </a:r>
            <a:r>
              <a:rPr lang="pl-PL" b="1" err="1"/>
              <a:t>collection</a:t>
            </a:r>
            <a:r>
              <a:rPr lang="pl-PL" b="1"/>
              <a:t> of </a:t>
            </a:r>
            <a:r>
              <a:rPr lang="pl-PL" b="1" err="1"/>
              <a:t>resources</a:t>
            </a:r>
            <a:r>
              <a:rPr lang="pl-PL" b="1"/>
              <a:t> to </a:t>
            </a:r>
            <a:r>
              <a:rPr lang="pl-PL" b="1" err="1"/>
              <a:t>make</a:t>
            </a:r>
            <a:r>
              <a:rPr lang="pl-PL" b="1"/>
              <a:t> </a:t>
            </a:r>
            <a:r>
              <a:rPr lang="pl-PL" b="1" err="1"/>
              <a:t>collaboration</a:t>
            </a:r>
            <a:r>
              <a:rPr lang="pl-PL" b="1"/>
              <a:t> </a:t>
            </a:r>
            <a:r>
              <a:rPr lang="pl-PL" b="1" err="1"/>
              <a:t>easier</a:t>
            </a:r>
            <a:endParaRPr lang="pl-PL" b="1"/>
          </a:p>
          <a:p>
            <a:pPr marL="285750" indent="-285750">
              <a:buFont typeface="Arial" panose="020B0604020202020204" pitchFamily="34" charset="0"/>
              <a:buChar char="•"/>
            </a:pPr>
            <a:r>
              <a:rPr lang="pl-PL" err="1"/>
              <a:t>Shared</a:t>
            </a:r>
            <a:r>
              <a:rPr lang="pl-PL"/>
              <a:t> </a:t>
            </a:r>
            <a:r>
              <a:rPr lang="pl-PL" err="1"/>
              <a:t>inbox</a:t>
            </a:r>
            <a:r>
              <a:rPr lang="pl-PL"/>
              <a:t> (</a:t>
            </a:r>
            <a:r>
              <a:rPr lang="pl-PL" err="1"/>
              <a:t>Shared</a:t>
            </a:r>
            <a:r>
              <a:rPr lang="pl-PL"/>
              <a:t> </a:t>
            </a:r>
            <a:r>
              <a:rPr lang="pl-PL" err="1"/>
              <a:t>mailbox</a:t>
            </a:r>
            <a:r>
              <a:rPr lang="pl-PL"/>
              <a:t>)</a:t>
            </a:r>
          </a:p>
          <a:p>
            <a:pPr marL="285750" indent="-285750">
              <a:buFont typeface="Arial" panose="020B0604020202020204" pitchFamily="34" charset="0"/>
              <a:buChar char="•"/>
            </a:pPr>
            <a:r>
              <a:rPr lang="pl-PL"/>
              <a:t>SharePoint Site</a:t>
            </a:r>
          </a:p>
          <a:p>
            <a:pPr marL="285750" indent="-285750">
              <a:buFont typeface="Arial" panose="020B0604020202020204" pitchFamily="34" charset="0"/>
              <a:buChar char="•"/>
            </a:pPr>
            <a:r>
              <a:rPr lang="pl-PL"/>
              <a:t>Planner</a:t>
            </a:r>
          </a:p>
          <a:p>
            <a:pPr marL="285750" indent="-285750">
              <a:buFont typeface="Arial" panose="020B0604020202020204" pitchFamily="34" charset="0"/>
              <a:buChar char="•"/>
            </a:pPr>
            <a:r>
              <a:rPr lang="pl-PL"/>
              <a:t>(</a:t>
            </a:r>
            <a:r>
              <a:rPr lang="pl-PL" err="1"/>
              <a:t>optional</a:t>
            </a:r>
            <a:r>
              <a:rPr lang="pl-PL"/>
              <a:t>) Microsoft </a:t>
            </a:r>
            <a:r>
              <a:rPr lang="pl-PL" err="1"/>
              <a:t>Teams</a:t>
            </a:r>
            <a:endParaRPr lang="pl-PL"/>
          </a:p>
          <a:p>
            <a:pPr marL="285750" indent="-285750">
              <a:buFont typeface="Arial" panose="020B0604020202020204" pitchFamily="34" charset="0"/>
              <a:buChar char="•"/>
            </a:pPr>
            <a:endParaRPr lang="pl-PL"/>
          </a:p>
          <a:p>
            <a:r>
              <a:rPr lang="pl-PL" b="1" err="1"/>
              <a:t>Creating</a:t>
            </a:r>
            <a:r>
              <a:rPr lang="pl-PL" b="1"/>
              <a:t> a </a:t>
            </a:r>
            <a:r>
              <a:rPr lang="pl-PL" b="1" err="1"/>
              <a:t>group</a:t>
            </a:r>
            <a:r>
              <a:rPr lang="pl-PL" b="1"/>
              <a:t> </a:t>
            </a:r>
            <a:r>
              <a:rPr lang="pl-PL" b="1" err="1"/>
              <a:t>Connected</a:t>
            </a:r>
            <a:r>
              <a:rPr lang="pl-PL" b="1"/>
              <a:t> </a:t>
            </a:r>
            <a:r>
              <a:rPr lang="pl-PL" b="1" err="1"/>
              <a:t>Teams</a:t>
            </a:r>
            <a:r>
              <a:rPr lang="pl-PL" b="1"/>
              <a:t> Site </a:t>
            </a:r>
            <a:r>
              <a:rPr lang="pl-PL" b="1" err="1"/>
              <a:t>will</a:t>
            </a:r>
            <a:r>
              <a:rPr lang="pl-PL" b="1"/>
              <a:t> </a:t>
            </a:r>
            <a:r>
              <a:rPr lang="pl-PL" b="1" err="1"/>
              <a:t>create</a:t>
            </a:r>
            <a:r>
              <a:rPr lang="pl-PL" b="1"/>
              <a:t> </a:t>
            </a:r>
            <a:r>
              <a:rPr lang="pl-PL" b="1" err="1"/>
              <a:t>all</a:t>
            </a:r>
            <a:r>
              <a:rPr lang="pl-PL" b="1"/>
              <a:t> of the </a:t>
            </a:r>
            <a:r>
              <a:rPr lang="pl-PL" b="1" err="1"/>
              <a:t>other</a:t>
            </a:r>
            <a:r>
              <a:rPr lang="pl-PL" b="1"/>
              <a:t> </a:t>
            </a:r>
            <a:r>
              <a:rPr lang="pl-PL" b="1" err="1"/>
              <a:t>resources</a:t>
            </a:r>
            <a:endParaRPr lang="pl-PL" b="1"/>
          </a:p>
          <a:p>
            <a:endParaRPr lang="pl-PL" b="1"/>
          </a:p>
          <a:p>
            <a:r>
              <a:rPr lang="pl-PL" b="1"/>
              <a:t>Team </a:t>
            </a:r>
            <a:r>
              <a:rPr lang="pl-PL" b="1" err="1"/>
              <a:t>Sites</a:t>
            </a:r>
            <a:r>
              <a:rPr lang="pl-PL" b="1"/>
              <a:t> </a:t>
            </a:r>
            <a:r>
              <a:rPr lang="pl-PL" b="1" err="1"/>
              <a:t>without</a:t>
            </a:r>
            <a:r>
              <a:rPr lang="pl-PL" b="1"/>
              <a:t> </a:t>
            </a:r>
            <a:r>
              <a:rPr lang="pl-PL" b="1" err="1"/>
              <a:t>group</a:t>
            </a:r>
            <a:r>
              <a:rPr lang="pl-PL" b="1"/>
              <a:t> </a:t>
            </a:r>
            <a:r>
              <a:rPr lang="pl-PL" b="1" err="1"/>
              <a:t>can</a:t>
            </a:r>
            <a:r>
              <a:rPr lang="pl-PL" b="1"/>
              <a:t> be </a:t>
            </a:r>
            <a:r>
              <a:rPr lang="pl-PL" b="1" err="1"/>
              <a:t>groupified</a:t>
            </a:r>
            <a:r>
              <a:rPr lang="pl-PL" b="1"/>
              <a:t> </a:t>
            </a:r>
            <a:r>
              <a:rPr lang="pl-PL" b="1" err="1"/>
              <a:t>later</a:t>
            </a:r>
            <a:r>
              <a:rPr lang="pl-PL" b="1"/>
              <a:t> on</a:t>
            </a:r>
          </a:p>
          <a:p>
            <a:pPr marL="285750" indent="-285750">
              <a:buFont typeface="Arial" panose="020B0604020202020204" pitchFamily="34" charset="0"/>
              <a:buChar char="•"/>
            </a:pPr>
            <a:endParaRPr lang="pl-PL"/>
          </a:p>
        </p:txBody>
      </p:sp>
    </p:spTree>
    <p:extLst>
      <p:ext uri="{BB962C8B-B14F-4D97-AF65-F5344CB8AC3E}">
        <p14:creationId xmlns:p14="http://schemas.microsoft.com/office/powerpoint/2010/main" val="25807444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1533517" cy="785003"/>
          </a:xfrm>
        </p:spPr>
        <p:txBody>
          <a:bodyPr/>
          <a:lstStyle/>
          <a:p>
            <a:r>
              <a:rPr lang="en-US" sz="3600"/>
              <a:t>Planning and Configuring Site Collections and Hub Sites</a:t>
            </a:r>
          </a:p>
        </p:txBody>
      </p:sp>
      <p:sp>
        <p:nvSpPr>
          <p:cNvPr id="9" name="Symbol zastępczy tekstu 8">
            <a:extLst>
              <a:ext uri="{FF2B5EF4-FFF2-40B4-BE49-F238E27FC236}">
                <a16:creationId xmlns:a16="http://schemas.microsoft.com/office/drawing/2014/main" id="{12B6E370-EABE-CA30-2460-E29445B44796}"/>
              </a:ext>
            </a:extLst>
          </p:cNvPr>
          <p:cNvSpPr>
            <a:spLocks noGrp="1"/>
          </p:cNvSpPr>
          <p:nvPr>
            <p:ph type="body" sz="quarter" idx="10"/>
          </p:nvPr>
        </p:nvSpPr>
        <p:spPr>
          <a:xfrm>
            <a:off x="311989" y="980175"/>
            <a:ext cx="9763664" cy="365546"/>
          </a:xfrm>
        </p:spPr>
        <p:txBody>
          <a:bodyPr/>
          <a:lstStyle/>
          <a:p>
            <a:pPr marL="0" indent="0">
              <a:buNone/>
            </a:pPr>
            <a:r>
              <a:rPr lang="pl-PL"/>
              <a:t>Office 365 </a:t>
            </a:r>
            <a:r>
              <a:rPr lang="pl-PL" err="1"/>
              <a:t>Groups</a:t>
            </a:r>
            <a:endParaRPr lang="pl-PL"/>
          </a:p>
        </p:txBody>
      </p:sp>
      <p:pic>
        <p:nvPicPr>
          <p:cNvPr id="4" name="Obraz 3">
            <a:extLst>
              <a:ext uri="{FF2B5EF4-FFF2-40B4-BE49-F238E27FC236}">
                <a16:creationId xmlns:a16="http://schemas.microsoft.com/office/drawing/2014/main" id="{DE839833-D1DB-1F56-2AB5-17806C2189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98642" y="2032597"/>
            <a:ext cx="7394715" cy="3588966"/>
          </a:xfrm>
          <a:prstGeom prst="rect">
            <a:avLst/>
          </a:prstGeom>
        </p:spPr>
      </p:pic>
    </p:spTree>
    <p:extLst>
      <p:ext uri="{BB962C8B-B14F-4D97-AF65-F5344CB8AC3E}">
        <p14:creationId xmlns:p14="http://schemas.microsoft.com/office/powerpoint/2010/main" val="23352495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a:t>Groups and collaboration in Microsoft 365</a:t>
            </a:r>
          </a:p>
        </p:txBody>
      </p:sp>
      <p:sp>
        <p:nvSpPr>
          <p:cNvPr id="3" name="Text Placeholder 2">
            <a:extLst>
              <a:ext uri="{FF2B5EF4-FFF2-40B4-BE49-F238E27FC236}">
                <a16:creationId xmlns:a16="http://schemas.microsoft.com/office/drawing/2014/main" id="{BE97BFBF-30D6-7143-B1E6-76F7EFA21453}"/>
              </a:ext>
            </a:extLst>
          </p:cNvPr>
          <p:cNvSpPr>
            <a:spLocks noGrp="1"/>
          </p:cNvSpPr>
          <p:nvPr>
            <p:ph type="body" sz="quarter" idx="10"/>
          </p:nvPr>
        </p:nvSpPr>
        <p:spPr/>
        <p:txBody>
          <a:bodyPr vert="horz" wrap="square" lIns="0" tIns="0" rIns="0" bIns="0" rtlCol="0" anchor="t">
            <a:spAutoFit/>
          </a:bodyPr>
          <a:lstStyle/>
          <a:p>
            <a:pPr marL="457200" indent="-457200">
              <a:buFont typeface="Arial" panose="020B0604020202020204" pitchFamily="34" charset="0"/>
              <a:buChar char="•"/>
            </a:pPr>
            <a:r>
              <a:rPr lang="en-US">
                <a:cs typeface="Segoe UI"/>
              </a:rPr>
              <a:t>Every </a:t>
            </a:r>
            <a:r>
              <a:rPr lang="en-US">
                <a:solidFill>
                  <a:srgbClr val="7030A0"/>
                </a:solidFill>
              </a:rPr>
              <a:t>T</a:t>
            </a:r>
            <a:r>
              <a:rPr lang="en-US">
                <a:solidFill>
                  <a:srgbClr val="7030A0"/>
                </a:solidFill>
                <a:cs typeface="Segoe UI"/>
              </a:rPr>
              <a:t>eams</a:t>
            </a:r>
            <a:r>
              <a:rPr lang="en-US">
                <a:cs typeface="Segoe UI"/>
              </a:rPr>
              <a:t> team</a:t>
            </a:r>
          </a:p>
          <a:p>
            <a:pPr marL="457200" indent="-457200">
              <a:buFont typeface="Arial" panose="020B0604020202020204" pitchFamily="34" charset="0"/>
              <a:buChar char="•"/>
            </a:pPr>
            <a:r>
              <a:rPr lang="en-US">
                <a:cs typeface="Segoe UI"/>
              </a:rPr>
              <a:t>Every </a:t>
            </a:r>
            <a:r>
              <a:rPr lang="en-US">
                <a:solidFill>
                  <a:srgbClr val="107E10"/>
                </a:solidFill>
                <a:cs typeface="Segoe UI"/>
              </a:rPr>
              <a:t>SharePoint</a:t>
            </a:r>
            <a:r>
              <a:rPr lang="en-US">
                <a:cs typeface="Segoe UI"/>
              </a:rPr>
              <a:t> site</a:t>
            </a:r>
            <a:endParaRPr lang="en-US"/>
          </a:p>
          <a:p>
            <a:pPr marL="457200" indent="-457200">
              <a:buFont typeface="Arial" panose="020B0604020202020204" pitchFamily="34" charset="0"/>
              <a:buChar char="•"/>
            </a:pPr>
            <a:r>
              <a:rPr lang="en-US">
                <a:cs typeface="Segoe UI"/>
              </a:rPr>
              <a:t>Every </a:t>
            </a:r>
            <a:r>
              <a:rPr lang="en-US">
                <a:solidFill>
                  <a:schemeClr val="accent1"/>
                </a:solidFill>
                <a:cs typeface="Segoe UI"/>
              </a:rPr>
              <a:t>Outlook</a:t>
            </a:r>
            <a:r>
              <a:rPr lang="en-US">
                <a:cs typeface="Segoe UI"/>
              </a:rPr>
              <a:t> group</a:t>
            </a:r>
          </a:p>
          <a:p>
            <a:pPr marL="457200" indent="-457200">
              <a:buFont typeface="Arial" panose="020B0604020202020204" pitchFamily="34" charset="0"/>
              <a:buChar char="•"/>
            </a:pPr>
            <a:r>
              <a:rPr lang="en-US">
                <a:cs typeface="Segoe UI"/>
              </a:rPr>
              <a:t>Every </a:t>
            </a:r>
            <a:r>
              <a:rPr lang="en-US">
                <a:solidFill>
                  <a:srgbClr val="7030A0"/>
                </a:solidFill>
                <a:cs typeface="Segoe UI"/>
              </a:rPr>
              <a:t>Stream</a:t>
            </a:r>
            <a:r>
              <a:rPr lang="en-US">
                <a:cs typeface="Segoe UI"/>
              </a:rPr>
              <a:t> group</a:t>
            </a:r>
          </a:p>
          <a:p>
            <a:pPr marL="457200" indent="-457200">
              <a:buFont typeface="Arial" panose="020B0604020202020204" pitchFamily="34" charset="0"/>
              <a:buChar char="•"/>
            </a:pPr>
            <a:r>
              <a:rPr lang="en-US">
                <a:cs typeface="Segoe UI"/>
              </a:rPr>
              <a:t>Every </a:t>
            </a:r>
            <a:r>
              <a:rPr lang="en-US">
                <a:solidFill>
                  <a:schemeClr val="accent1"/>
                </a:solidFill>
                <a:cs typeface="Segoe UI"/>
              </a:rPr>
              <a:t>Yammer</a:t>
            </a:r>
            <a:r>
              <a:rPr lang="en-US">
                <a:cs typeface="Segoe UI"/>
              </a:rPr>
              <a:t> community</a:t>
            </a:r>
          </a:p>
          <a:p>
            <a:pPr marL="457200" indent="-457200">
              <a:buFont typeface="Arial" panose="020B0604020202020204" pitchFamily="34" charset="0"/>
              <a:buChar char="•"/>
            </a:pPr>
            <a:r>
              <a:rPr lang="en-US">
                <a:cs typeface="Segoe UI"/>
              </a:rPr>
              <a:t>Every </a:t>
            </a:r>
            <a:r>
              <a:rPr lang="en-US">
                <a:solidFill>
                  <a:srgbClr val="0F780F"/>
                </a:solidFill>
                <a:cs typeface="Segoe UI"/>
              </a:rPr>
              <a:t>Planner</a:t>
            </a:r>
            <a:r>
              <a:rPr lang="en-US">
                <a:cs typeface="Segoe UI"/>
              </a:rPr>
              <a:t> plan</a:t>
            </a:r>
          </a:p>
          <a:p>
            <a:r>
              <a:rPr lang="en-US">
                <a:cs typeface="Segoe UI"/>
              </a:rPr>
              <a:t>…. is powered by a Microsoft 365 Group</a:t>
            </a:r>
          </a:p>
          <a:p>
            <a:endParaRPr lang="en-US" sz="1200"/>
          </a:p>
          <a:p>
            <a:endParaRPr lang="en-US">
              <a:cs typeface="Segoe UI"/>
            </a:endParaRPr>
          </a:p>
          <a:p>
            <a:r>
              <a:rPr lang="en-US">
                <a:cs typeface="Segoe UI"/>
              </a:rPr>
              <a:t>Most groups have these resources*</a:t>
            </a:r>
          </a:p>
          <a:p>
            <a:r>
              <a:rPr lang="en-US" sz="1100">
                <a:solidFill>
                  <a:schemeClr val="tx1">
                    <a:lumMod val="65000"/>
                    <a:lumOff val="35000"/>
                  </a:schemeClr>
                </a:solidFill>
              </a:rPr>
              <a:t>*Not all groups have all resources (for example, Yammer communities don’t have a Teams team).</a:t>
            </a:r>
            <a:endParaRPr lang="en-US"/>
          </a:p>
        </p:txBody>
      </p:sp>
      <p:graphicFrame>
        <p:nvGraphicFramePr>
          <p:cNvPr id="9" name="Diagram 8">
            <a:extLst>
              <a:ext uri="{FF2B5EF4-FFF2-40B4-BE49-F238E27FC236}">
                <a16:creationId xmlns:a16="http://schemas.microsoft.com/office/drawing/2014/main" id="{DD8B2B92-9EED-8D4D-AD66-3F127913C3D2}"/>
              </a:ext>
            </a:extLst>
          </p:cNvPr>
          <p:cNvGraphicFramePr/>
          <p:nvPr/>
        </p:nvGraphicFramePr>
        <p:xfrm>
          <a:off x="5077224" y="1434370"/>
          <a:ext cx="6695091" cy="308507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263788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1533517" cy="785003"/>
          </a:xfrm>
        </p:spPr>
        <p:txBody>
          <a:bodyPr/>
          <a:lstStyle/>
          <a:p>
            <a:r>
              <a:rPr lang="en-US" sz="3600"/>
              <a:t>Planning and Configuring Site Collections and Hub Sites</a:t>
            </a:r>
          </a:p>
        </p:txBody>
      </p:sp>
      <p:sp>
        <p:nvSpPr>
          <p:cNvPr id="9" name="Symbol zastępczy tekstu 8">
            <a:extLst>
              <a:ext uri="{FF2B5EF4-FFF2-40B4-BE49-F238E27FC236}">
                <a16:creationId xmlns:a16="http://schemas.microsoft.com/office/drawing/2014/main" id="{12B6E370-EABE-CA30-2460-E29445B44796}"/>
              </a:ext>
            </a:extLst>
          </p:cNvPr>
          <p:cNvSpPr>
            <a:spLocks noGrp="1"/>
          </p:cNvSpPr>
          <p:nvPr>
            <p:ph type="body" sz="quarter" idx="10"/>
          </p:nvPr>
        </p:nvSpPr>
        <p:spPr>
          <a:xfrm>
            <a:off x="311989" y="980175"/>
            <a:ext cx="9763664" cy="365546"/>
          </a:xfrm>
        </p:spPr>
        <p:txBody>
          <a:bodyPr/>
          <a:lstStyle/>
          <a:p>
            <a:pPr marL="0" indent="0">
              <a:buNone/>
            </a:pPr>
            <a:r>
              <a:rPr lang="pl-PL"/>
              <a:t>Office 365 </a:t>
            </a:r>
            <a:r>
              <a:rPr lang="pl-PL" err="1"/>
              <a:t>Groups</a:t>
            </a:r>
            <a:endParaRPr lang="pl-PL"/>
          </a:p>
        </p:txBody>
      </p:sp>
      <p:pic>
        <p:nvPicPr>
          <p:cNvPr id="3" name="Obraz 2" descr="Obraz zawierający tekst, zrzut ekranu, Czcionka, krąg&#10;&#10;Opis wygenerowany automatycznie">
            <a:extLst>
              <a:ext uri="{FF2B5EF4-FFF2-40B4-BE49-F238E27FC236}">
                <a16:creationId xmlns:a16="http://schemas.microsoft.com/office/drawing/2014/main" id="{DE4A21F7-45DE-1F85-B7EA-1A2FEF2BAD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77604" y="1695300"/>
            <a:ext cx="6401355" cy="3467400"/>
          </a:xfrm>
          <a:prstGeom prst="rect">
            <a:avLst/>
          </a:prstGeom>
        </p:spPr>
      </p:pic>
      <p:sp>
        <p:nvSpPr>
          <p:cNvPr id="6" name="pole tekstowe 5">
            <a:extLst>
              <a:ext uri="{FF2B5EF4-FFF2-40B4-BE49-F238E27FC236}">
                <a16:creationId xmlns:a16="http://schemas.microsoft.com/office/drawing/2014/main" id="{A330F282-5CCE-805C-935C-7A5585412155}"/>
              </a:ext>
            </a:extLst>
          </p:cNvPr>
          <p:cNvSpPr txBox="1"/>
          <p:nvPr/>
        </p:nvSpPr>
        <p:spPr>
          <a:xfrm>
            <a:off x="311989" y="1590538"/>
            <a:ext cx="4630125" cy="4278094"/>
          </a:xfrm>
          <a:prstGeom prst="rect">
            <a:avLst/>
          </a:prstGeom>
          <a:noFill/>
        </p:spPr>
        <p:txBody>
          <a:bodyPr wrap="square">
            <a:spAutoFit/>
          </a:bodyPr>
          <a:lstStyle/>
          <a:p>
            <a:r>
              <a:rPr lang="en-US" sz="1600" b="0" i="0">
                <a:effectLst/>
                <a:latin typeface="Segoe UI" panose="020B0502040204020203" pitchFamily="34" charset="0"/>
              </a:rPr>
              <a:t>Groups can be created by creating any of the shared resources. </a:t>
            </a:r>
            <a:endParaRPr lang="pl-PL" sz="1600" b="0" i="0">
              <a:effectLst/>
              <a:latin typeface="Segoe UI" panose="020B0502040204020203" pitchFamily="34" charset="0"/>
            </a:endParaRPr>
          </a:p>
          <a:p>
            <a:endParaRPr lang="pl-PL" sz="1600">
              <a:latin typeface="Segoe UI" panose="020B0502040204020203" pitchFamily="34" charset="0"/>
            </a:endParaRPr>
          </a:p>
          <a:p>
            <a:r>
              <a:rPr lang="en-US" sz="1600" b="0" i="0">
                <a:effectLst/>
                <a:latin typeface="Segoe UI" panose="020B0502040204020203" pitchFamily="34" charset="0"/>
              </a:rPr>
              <a:t>Creating a group in Outlook yields the same result as creating a group-connected SharePoint team site or a plan in Planner. If your users are new to Microsoft 365 Groups, </a:t>
            </a:r>
            <a:endParaRPr lang="pl-PL" sz="1600" b="0" i="0">
              <a:effectLst/>
              <a:latin typeface="Segoe UI" panose="020B0502040204020203" pitchFamily="34" charset="0"/>
            </a:endParaRPr>
          </a:p>
          <a:p>
            <a:endParaRPr lang="pl-PL" sz="1600">
              <a:latin typeface="Segoe UI" panose="020B0502040204020203" pitchFamily="34" charset="0"/>
            </a:endParaRPr>
          </a:p>
          <a:p>
            <a:r>
              <a:rPr lang="en-US" sz="1600" b="0" i="0">
                <a:effectLst/>
                <a:latin typeface="Segoe UI" panose="020B0502040204020203" pitchFamily="34" charset="0"/>
              </a:rPr>
              <a:t>they may not realize this. This can lead to confusion for your users and the possibility of creating duplicate resources. </a:t>
            </a:r>
            <a:endParaRPr lang="pl-PL" sz="1600" b="0" i="0">
              <a:effectLst/>
              <a:latin typeface="Segoe UI" panose="020B0502040204020203" pitchFamily="34" charset="0"/>
            </a:endParaRPr>
          </a:p>
          <a:p>
            <a:endParaRPr lang="pl-PL" sz="1600">
              <a:latin typeface="Segoe UI" panose="020B0502040204020203" pitchFamily="34" charset="0"/>
            </a:endParaRPr>
          </a:p>
          <a:p>
            <a:r>
              <a:rPr lang="en-US" sz="1600" b="0" i="0">
                <a:effectLst/>
                <a:latin typeface="Segoe UI" panose="020B0502040204020203" pitchFamily="34" charset="0"/>
              </a:rPr>
              <a:t>(For examples, someone might create a SharePoint site for document collaboration and later create a separate instance of Planner, not realizing Planner was already available as part of the group.)</a:t>
            </a:r>
            <a:endParaRPr lang="pl-PL" sz="1600"/>
          </a:p>
        </p:txBody>
      </p:sp>
    </p:spTree>
    <p:extLst>
      <p:ext uri="{BB962C8B-B14F-4D97-AF65-F5344CB8AC3E}">
        <p14:creationId xmlns:p14="http://schemas.microsoft.com/office/powerpoint/2010/main" val="25874494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D2871-F27D-904D-B9B8-E5AE1ABB011A}"/>
              </a:ext>
            </a:extLst>
          </p:cNvPr>
          <p:cNvSpPr>
            <a:spLocks noGrp="1"/>
          </p:cNvSpPr>
          <p:nvPr>
            <p:ph type="title"/>
          </p:nvPr>
        </p:nvSpPr>
        <p:spPr>
          <a:xfrm>
            <a:off x="289560" y="182245"/>
            <a:ext cx="10515600" cy="604139"/>
          </a:xfrm>
        </p:spPr>
        <p:txBody>
          <a:bodyPr/>
          <a:lstStyle/>
          <a:p>
            <a:r>
              <a:rPr lang="en-US" sz="3600"/>
              <a:t>Different types of Groups</a:t>
            </a:r>
          </a:p>
        </p:txBody>
      </p:sp>
      <p:graphicFrame>
        <p:nvGraphicFramePr>
          <p:cNvPr id="4" name="Diagram 3">
            <a:extLst>
              <a:ext uri="{FF2B5EF4-FFF2-40B4-BE49-F238E27FC236}">
                <a16:creationId xmlns:a16="http://schemas.microsoft.com/office/drawing/2014/main" id="{AC04E682-3651-9342-84F8-603A2256DD7B}"/>
              </a:ext>
            </a:extLst>
          </p:cNvPr>
          <p:cNvGraphicFramePr/>
          <p:nvPr>
            <p:extLst>
              <p:ext uri="{D42A27DB-BD31-4B8C-83A1-F6EECF244321}">
                <p14:modId xmlns:p14="http://schemas.microsoft.com/office/powerpoint/2010/main" val="516416524"/>
              </p:ext>
            </p:extLst>
          </p:nvPr>
        </p:nvGraphicFramePr>
        <p:xfrm>
          <a:off x="1255363" y="1177871"/>
          <a:ext cx="9205993" cy="52084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558155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1533517" cy="785003"/>
          </a:xfrm>
        </p:spPr>
        <p:txBody>
          <a:bodyPr/>
          <a:lstStyle/>
          <a:p>
            <a:r>
              <a:rPr lang="en-US" sz="3600"/>
              <a:t>Planning and Configuring Site Collections and Hub Sites</a:t>
            </a:r>
          </a:p>
        </p:txBody>
      </p:sp>
      <p:sp>
        <p:nvSpPr>
          <p:cNvPr id="9" name="Symbol zastępczy tekstu 8">
            <a:extLst>
              <a:ext uri="{FF2B5EF4-FFF2-40B4-BE49-F238E27FC236}">
                <a16:creationId xmlns:a16="http://schemas.microsoft.com/office/drawing/2014/main" id="{12B6E370-EABE-CA30-2460-E29445B44796}"/>
              </a:ext>
            </a:extLst>
          </p:cNvPr>
          <p:cNvSpPr>
            <a:spLocks noGrp="1"/>
          </p:cNvSpPr>
          <p:nvPr>
            <p:ph type="body" sz="quarter" idx="10"/>
          </p:nvPr>
        </p:nvSpPr>
        <p:spPr>
          <a:xfrm>
            <a:off x="311989" y="980175"/>
            <a:ext cx="9763664" cy="365546"/>
          </a:xfrm>
        </p:spPr>
        <p:txBody>
          <a:bodyPr/>
          <a:lstStyle/>
          <a:p>
            <a:pPr marL="0" indent="0">
              <a:buNone/>
            </a:pPr>
            <a:r>
              <a:rPr lang="pl-PL" err="1"/>
              <a:t>Managing</a:t>
            </a:r>
            <a:r>
              <a:rPr lang="pl-PL"/>
              <a:t> Site</a:t>
            </a:r>
          </a:p>
        </p:txBody>
      </p:sp>
      <p:sp>
        <p:nvSpPr>
          <p:cNvPr id="2" name="pole tekstowe 1">
            <a:extLst>
              <a:ext uri="{FF2B5EF4-FFF2-40B4-BE49-F238E27FC236}">
                <a16:creationId xmlns:a16="http://schemas.microsoft.com/office/drawing/2014/main" id="{894EA081-FD89-2994-6215-5C68A2134270}"/>
              </a:ext>
            </a:extLst>
          </p:cNvPr>
          <p:cNvSpPr txBox="1"/>
          <p:nvPr/>
        </p:nvSpPr>
        <p:spPr>
          <a:xfrm>
            <a:off x="311989" y="1739299"/>
            <a:ext cx="5053641" cy="2862322"/>
          </a:xfrm>
          <a:prstGeom prst="rect">
            <a:avLst/>
          </a:prstGeom>
          <a:noFill/>
        </p:spPr>
        <p:txBody>
          <a:bodyPr wrap="square" rtlCol="0">
            <a:spAutoFit/>
          </a:bodyPr>
          <a:lstStyle/>
          <a:p>
            <a:r>
              <a:rPr lang="pl-PL" err="1"/>
              <a:t>Can</a:t>
            </a:r>
            <a:r>
              <a:rPr lang="pl-PL"/>
              <a:t> </a:t>
            </a:r>
            <a:r>
              <a:rPr lang="pl-PL" err="1"/>
              <a:t>either</a:t>
            </a:r>
            <a:r>
              <a:rPr lang="pl-PL"/>
              <a:t> be </a:t>
            </a:r>
            <a:r>
              <a:rPr lang="pl-PL" err="1"/>
              <a:t>done</a:t>
            </a:r>
            <a:r>
              <a:rPr lang="pl-PL"/>
              <a:t> via Admin Center </a:t>
            </a:r>
            <a:r>
              <a:rPr lang="pl-PL" err="1"/>
              <a:t>or</a:t>
            </a:r>
            <a:r>
              <a:rPr lang="pl-PL"/>
              <a:t> Power Shell</a:t>
            </a:r>
          </a:p>
          <a:p>
            <a:endParaRPr lang="pl-PL"/>
          </a:p>
          <a:p>
            <a:r>
              <a:rPr lang="pl-PL"/>
              <a:t>Information </a:t>
            </a:r>
            <a:r>
              <a:rPr lang="pl-PL" err="1"/>
              <a:t>needed</a:t>
            </a:r>
            <a:endParaRPr lang="pl-PL"/>
          </a:p>
          <a:p>
            <a:pPr marL="285750" indent="-285750">
              <a:buFont typeface="Arial" panose="020B0604020202020204" pitchFamily="34" charset="0"/>
              <a:buChar char="•"/>
            </a:pPr>
            <a:r>
              <a:rPr lang="pl-PL" err="1"/>
              <a:t>Title</a:t>
            </a:r>
            <a:endParaRPr lang="pl-PL"/>
          </a:p>
          <a:p>
            <a:pPr marL="285750" indent="-285750">
              <a:buFont typeface="Arial" panose="020B0604020202020204" pitchFamily="34" charset="0"/>
              <a:buChar char="•"/>
            </a:pPr>
            <a:r>
              <a:rPr lang="pl-PL"/>
              <a:t>Site </a:t>
            </a:r>
            <a:r>
              <a:rPr lang="pl-PL" err="1"/>
              <a:t>Address</a:t>
            </a:r>
            <a:endParaRPr lang="pl-PL"/>
          </a:p>
          <a:p>
            <a:pPr marL="285750" indent="-285750">
              <a:buFont typeface="Arial" panose="020B0604020202020204" pitchFamily="34" charset="0"/>
              <a:buChar char="•"/>
            </a:pPr>
            <a:r>
              <a:rPr lang="pl-PL" err="1"/>
              <a:t>Langauage</a:t>
            </a:r>
            <a:endParaRPr lang="pl-PL"/>
          </a:p>
          <a:p>
            <a:pPr marL="285750" indent="-285750">
              <a:buFont typeface="Arial" panose="020B0604020202020204" pitchFamily="34" charset="0"/>
              <a:buChar char="•"/>
            </a:pPr>
            <a:r>
              <a:rPr lang="pl-PL" err="1"/>
              <a:t>Template</a:t>
            </a:r>
            <a:endParaRPr lang="pl-PL"/>
          </a:p>
          <a:p>
            <a:pPr marL="285750" indent="-285750">
              <a:buFont typeface="Arial" panose="020B0604020202020204" pitchFamily="34" charset="0"/>
              <a:buChar char="•"/>
            </a:pPr>
            <a:r>
              <a:rPr lang="pl-PL" err="1"/>
              <a:t>Primary</a:t>
            </a:r>
            <a:r>
              <a:rPr lang="pl-PL"/>
              <a:t> Site Collection Admin</a:t>
            </a:r>
          </a:p>
          <a:p>
            <a:pPr marL="285750" indent="-285750">
              <a:buFont typeface="Arial" panose="020B0604020202020204" pitchFamily="34" charset="0"/>
              <a:buChar char="•"/>
            </a:pPr>
            <a:r>
              <a:rPr lang="pl-PL"/>
              <a:t>Time Zone</a:t>
            </a:r>
          </a:p>
          <a:p>
            <a:pPr marL="285750" indent="-285750">
              <a:buFont typeface="Arial" panose="020B0604020202020204" pitchFamily="34" charset="0"/>
              <a:buChar char="•"/>
            </a:pPr>
            <a:r>
              <a:rPr lang="pl-PL"/>
              <a:t>Storage </a:t>
            </a:r>
            <a:r>
              <a:rPr lang="pl-PL" err="1"/>
              <a:t>Quota</a:t>
            </a:r>
            <a:endParaRPr lang="pl-PL"/>
          </a:p>
        </p:txBody>
      </p:sp>
      <p:pic>
        <p:nvPicPr>
          <p:cNvPr id="5" name="Obraz 4">
            <a:extLst>
              <a:ext uri="{FF2B5EF4-FFF2-40B4-BE49-F238E27FC236}">
                <a16:creationId xmlns:a16="http://schemas.microsoft.com/office/drawing/2014/main" id="{57530676-B293-0AB4-CDB4-9A8FB51AB9AD}"/>
              </a:ext>
            </a:extLst>
          </p:cNvPr>
          <p:cNvPicPr>
            <a:picLocks noChangeAspect="1"/>
          </p:cNvPicPr>
          <p:nvPr/>
        </p:nvPicPr>
        <p:blipFill>
          <a:blip r:embed="rId2"/>
          <a:stretch>
            <a:fillRect/>
          </a:stretch>
        </p:blipFill>
        <p:spPr>
          <a:xfrm>
            <a:off x="5572979" y="980175"/>
            <a:ext cx="6481572" cy="5071572"/>
          </a:xfrm>
          <a:prstGeom prst="rect">
            <a:avLst/>
          </a:prstGeom>
        </p:spPr>
      </p:pic>
    </p:spTree>
    <p:extLst>
      <p:ext uri="{BB962C8B-B14F-4D97-AF65-F5344CB8AC3E}">
        <p14:creationId xmlns:p14="http://schemas.microsoft.com/office/powerpoint/2010/main" val="42774792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1533517" cy="785003"/>
          </a:xfrm>
        </p:spPr>
        <p:txBody>
          <a:bodyPr/>
          <a:lstStyle/>
          <a:p>
            <a:r>
              <a:rPr lang="en-US" sz="3600"/>
              <a:t>Planning and Configuring Site Collections and Hub Sites</a:t>
            </a:r>
          </a:p>
        </p:txBody>
      </p:sp>
      <p:sp>
        <p:nvSpPr>
          <p:cNvPr id="9" name="Symbol zastępczy tekstu 8">
            <a:extLst>
              <a:ext uri="{FF2B5EF4-FFF2-40B4-BE49-F238E27FC236}">
                <a16:creationId xmlns:a16="http://schemas.microsoft.com/office/drawing/2014/main" id="{12B6E370-EABE-CA30-2460-E29445B44796}"/>
              </a:ext>
            </a:extLst>
          </p:cNvPr>
          <p:cNvSpPr>
            <a:spLocks noGrp="1"/>
          </p:cNvSpPr>
          <p:nvPr>
            <p:ph type="body" sz="quarter" idx="10"/>
          </p:nvPr>
        </p:nvSpPr>
        <p:spPr>
          <a:xfrm>
            <a:off x="311989" y="980175"/>
            <a:ext cx="9763664" cy="365546"/>
          </a:xfrm>
        </p:spPr>
        <p:txBody>
          <a:bodyPr/>
          <a:lstStyle/>
          <a:p>
            <a:pPr marL="0" indent="0">
              <a:buNone/>
            </a:pPr>
            <a:r>
              <a:rPr lang="pl-PL"/>
              <a:t>Modern Site </a:t>
            </a:r>
            <a:r>
              <a:rPr lang="pl-PL" err="1"/>
              <a:t>Template</a:t>
            </a:r>
            <a:endParaRPr lang="pl-PL"/>
          </a:p>
        </p:txBody>
      </p:sp>
      <p:pic>
        <p:nvPicPr>
          <p:cNvPr id="4" name="Obraz 3">
            <a:extLst>
              <a:ext uri="{FF2B5EF4-FFF2-40B4-BE49-F238E27FC236}">
                <a16:creationId xmlns:a16="http://schemas.microsoft.com/office/drawing/2014/main" id="{6BAC06CB-FF50-2EDA-2719-B8AE9054194C}"/>
              </a:ext>
            </a:extLst>
          </p:cNvPr>
          <p:cNvPicPr>
            <a:picLocks noChangeAspect="1"/>
          </p:cNvPicPr>
          <p:nvPr/>
        </p:nvPicPr>
        <p:blipFill>
          <a:blip r:embed="rId2"/>
          <a:stretch>
            <a:fillRect/>
          </a:stretch>
        </p:blipFill>
        <p:spPr>
          <a:xfrm>
            <a:off x="311989" y="1765178"/>
            <a:ext cx="11654287" cy="4001510"/>
          </a:xfrm>
          <a:prstGeom prst="rect">
            <a:avLst/>
          </a:prstGeom>
        </p:spPr>
      </p:pic>
    </p:spTree>
    <p:extLst>
      <p:ext uri="{BB962C8B-B14F-4D97-AF65-F5344CB8AC3E}">
        <p14:creationId xmlns:p14="http://schemas.microsoft.com/office/powerpoint/2010/main" val="27604111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1533517" cy="785003"/>
          </a:xfrm>
        </p:spPr>
        <p:txBody>
          <a:bodyPr/>
          <a:lstStyle/>
          <a:p>
            <a:r>
              <a:rPr lang="en-US" sz="3600"/>
              <a:t>Planning and Configuring Site Collections and Hub Sites</a:t>
            </a:r>
          </a:p>
        </p:txBody>
      </p:sp>
      <p:sp>
        <p:nvSpPr>
          <p:cNvPr id="9" name="Symbol zastępczy tekstu 8">
            <a:extLst>
              <a:ext uri="{FF2B5EF4-FFF2-40B4-BE49-F238E27FC236}">
                <a16:creationId xmlns:a16="http://schemas.microsoft.com/office/drawing/2014/main" id="{12B6E370-EABE-CA30-2460-E29445B44796}"/>
              </a:ext>
            </a:extLst>
          </p:cNvPr>
          <p:cNvSpPr>
            <a:spLocks noGrp="1"/>
          </p:cNvSpPr>
          <p:nvPr>
            <p:ph type="body" sz="quarter" idx="10"/>
          </p:nvPr>
        </p:nvSpPr>
        <p:spPr>
          <a:xfrm>
            <a:off x="311989" y="980175"/>
            <a:ext cx="9763664" cy="365546"/>
          </a:xfrm>
        </p:spPr>
        <p:txBody>
          <a:bodyPr/>
          <a:lstStyle/>
          <a:p>
            <a:pPr marL="0" indent="0">
              <a:buNone/>
            </a:pPr>
            <a:r>
              <a:rPr lang="pl-PL"/>
              <a:t>Hub </a:t>
            </a:r>
            <a:r>
              <a:rPr lang="pl-PL" err="1"/>
              <a:t>Sites</a:t>
            </a:r>
            <a:endParaRPr lang="pl-PL"/>
          </a:p>
        </p:txBody>
      </p:sp>
      <p:pic>
        <p:nvPicPr>
          <p:cNvPr id="3" name="Obraz 2">
            <a:extLst>
              <a:ext uri="{FF2B5EF4-FFF2-40B4-BE49-F238E27FC236}">
                <a16:creationId xmlns:a16="http://schemas.microsoft.com/office/drawing/2014/main" id="{53E2EB57-4193-1655-3A3B-C5A8E47767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0821" y="2032597"/>
            <a:ext cx="4953000" cy="3038475"/>
          </a:xfrm>
          <a:prstGeom prst="rect">
            <a:avLst/>
          </a:prstGeom>
        </p:spPr>
      </p:pic>
      <p:sp>
        <p:nvSpPr>
          <p:cNvPr id="5" name="pole tekstowe 4">
            <a:extLst>
              <a:ext uri="{FF2B5EF4-FFF2-40B4-BE49-F238E27FC236}">
                <a16:creationId xmlns:a16="http://schemas.microsoft.com/office/drawing/2014/main" id="{06681A84-B688-B10A-EFA0-F79B5CAF2BC2}"/>
              </a:ext>
            </a:extLst>
          </p:cNvPr>
          <p:cNvSpPr txBox="1"/>
          <p:nvPr/>
        </p:nvSpPr>
        <p:spPr>
          <a:xfrm>
            <a:off x="5650302" y="1664898"/>
            <a:ext cx="6340415" cy="2031325"/>
          </a:xfrm>
          <a:prstGeom prst="rect">
            <a:avLst/>
          </a:prstGeom>
          <a:noFill/>
        </p:spPr>
        <p:txBody>
          <a:bodyPr wrap="square" rtlCol="0">
            <a:spAutoFit/>
          </a:bodyPr>
          <a:lstStyle/>
          <a:p>
            <a:r>
              <a:rPr lang="pl-PL"/>
              <a:t>Modern SharePoint Site </a:t>
            </a:r>
            <a:r>
              <a:rPr lang="pl-PL" err="1"/>
              <a:t>promoted</a:t>
            </a:r>
            <a:r>
              <a:rPr lang="pl-PL"/>
              <a:t> to a Hub Site</a:t>
            </a:r>
          </a:p>
          <a:p>
            <a:pPr marL="285750" indent="-285750">
              <a:buFontTx/>
              <a:buChar char="-"/>
            </a:pPr>
            <a:r>
              <a:rPr lang="pl-PL"/>
              <a:t>Team Site</a:t>
            </a:r>
          </a:p>
          <a:p>
            <a:pPr marL="285750" indent="-285750">
              <a:buFontTx/>
              <a:buChar char="-"/>
            </a:pPr>
            <a:r>
              <a:rPr lang="pl-PL" err="1"/>
              <a:t>Communication</a:t>
            </a:r>
            <a:r>
              <a:rPr lang="pl-PL"/>
              <a:t> Site</a:t>
            </a:r>
          </a:p>
          <a:p>
            <a:pPr marL="285750" indent="-285750">
              <a:buFontTx/>
              <a:buChar char="-"/>
            </a:pPr>
            <a:endParaRPr lang="pl-PL"/>
          </a:p>
          <a:p>
            <a:r>
              <a:rPr lang="pl-PL"/>
              <a:t>Global </a:t>
            </a:r>
            <a:r>
              <a:rPr lang="pl-PL" err="1"/>
              <a:t>navigation</a:t>
            </a:r>
            <a:r>
              <a:rPr lang="pl-PL"/>
              <a:t> </a:t>
            </a:r>
            <a:r>
              <a:rPr lang="pl-PL" err="1"/>
              <a:t>added</a:t>
            </a:r>
            <a:r>
              <a:rPr lang="pl-PL"/>
              <a:t> </a:t>
            </a:r>
            <a:r>
              <a:rPr lang="pl-PL" err="1"/>
              <a:t>automatically</a:t>
            </a:r>
            <a:endParaRPr lang="pl-PL"/>
          </a:p>
          <a:p>
            <a:r>
              <a:rPr lang="pl-PL" err="1"/>
              <a:t>Configure</a:t>
            </a:r>
            <a:r>
              <a:rPr lang="pl-PL"/>
              <a:t> </a:t>
            </a:r>
            <a:r>
              <a:rPr lang="pl-PL" err="1"/>
              <a:t>who</a:t>
            </a:r>
            <a:r>
              <a:rPr lang="pl-PL"/>
              <a:t> </a:t>
            </a:r>
            <a:r>
              <a:rPr lang="pl-PL" err="1"/>
              <a:t>is</a:t>
            </a:r>
            <a:r>
              <a:rPr lang="pl-PL"/>
              <a:t> </a:t>
            </a:r>
            <a:r>
              <a:rPr lang="pl-PL" err="1"/>
              <a:t>allowed</a:t>
            </a:r>
            <a:r>
              <a:rPr lang="pl-PL"/>
              <a:t> to </a:t>
            </a:r>
            <a:r>
              <a:rPr lang="pl-PL" err="1"/>
              <a:t>add</a:t>
            </a:r>
            <a:r>
              <a:rPr lang="pl-PL"/>
              <a:t> </a:t>
            </a:r>
            <a:r>
              <a:rPr lang="pl-PL" err="1"/>
              <a:t>sites</a:t>
            </a:r>
            <a:r>
              <a:rPr lang="pl-PL"/>
              <a:t> to the hub</a:t>
            </a:r>
          </a:p>
          <a:p>
            <a:r>
              <a:rPr lang="pl-PL"/>
              <a:t>- </a:t>
            </a:r>
            <a:r>
              <a:rPr lang="pl-PL" err="1"/>
              <a:t>Can</a:t>
            </a:r>
            <a:r>
              <a:rPr lang="pl-PL"/>
              <a:t> </a:t>
            </a:r>
            <a:r>
              <a:rPr lang="pl-PL" err="1"/>
              <a:t>also</a:t>
            </a:r>
            <a:r>
              <a:rPr lang="pl-PL"/>
              <a:t> </a:t>
            </a:r>
            <a:r>
              <a:rPr lang="pl-PL" err="1"/>
              <a:t>configure</a:t>
            </a:r>
            <a:r>
              <a:rPr lang="pl-PL"/>
              <a:t> </a:t>
            </a:r>
            <a:r>
              <a:rPr lang="pl-PL" err="1"/>
              <a:t>an</a:t>
            </a:r>
            <a:r>
              <a:rPr lang="pl-PL"/>
              <a:t> </a:t>
            </a:r>
            <a:r>
              <a:rPr lang="pl-PL" err="1"/>
              <a:t>approval</a:t>
            </a:r>
            <a:r>
              <a:rPr lang="pl-PL"/>
              <a:t> </a:t>
            </a:r>
            <a:r>
              <a:rPr lang="pl-PL" err="1"/>
              <a:t>flow</a:t>
            </a:r>
            <a:endParaRPr lang="pl-PL"/>
          </a:p>
        </p:txBody>
      </p:sp>
      <p:sp>
        <p:nvSpPr>
          <p:cNvPr id="6" name="pole tekstowe 5">
            <a:extLst>
              <a:ext uri="{FF2B5EF4-FFF2-40B4-BE49-F238E27FC236}">
                <a16:creationId xmlns:a16="http://schemas.microsoft.com/office/drawing/2014/main" id="{EF72B271-098F-87C3-4009-89D7B7D869F3}"/>
              </a:ext>
            </a:extLst>
          </p:cNvPr>
          <p:cNvSpPr txBox="1"/>
          <p:nvPr/>
        </p:nvSpPr>
        <p:spPr>
          <a:xfrm>
            <a:off x="5650301" y="4282819"/>
            <a:ext cx="6340415" cy="369332"/>
          </a:xfrm>
          <a:prstGeom prst="rect">
            <a:avLst/>
          </a:prstGeom>
          <a:noFill/>
        </p:spPr>
        <p:txBody>
          <a:bodyPr wrap="square" rtlCol="0">
            <a:spAutoFit/>
          </a:bodyPr>
          <a:lstStyle/>
          <a:p>
            <a:r>
              <a:rPr lang="pl-PL"/>
              <a:t>Limit of 2000 Hub </a:t>
            </a:r>
            <a:r>
              <a:rPr lang="pl-PL" err="1"/>
              <a:t>sites</a:t>
            </a:r>
            <a:r>
              <a:rPr lang="pl-PL"/>
              <a:t> per </a:t>
            </a:r>
            <a:r>
              <a:rPr lang="pl-PL" err="1"/>
              <a:t>tenant</a:t>
            </a:r>
            <a:endParaRPr lang="pl-PL"/>
          </a:p>
        </p:txBody>
      </p:sp>
    </p:spTree>
    <p:extLst>
      <p:ext uri="{BB962C8B-B14F-4D97-AF65-F5344CB8AC3E}">
        <p14:creationId xmlns:p14="http://schemas.microsoft.com/office/powerpoint/2010/main" val="10246697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1533517" cy="785003"/>
          </a:xfrm>
        </p:spPr>
        <p:txBody>
          <a:bodyPr/>
          <a:lstStyle/>
          <a:p>
            <a:r>
              <a:rPr lang="en-US" sz="3600"/>
              <a:t>Planning and Configuring Site Collections and Hub Sites</a:t>
            </a:r>
          </a:p>
        </p:txBody>
      </p:sp>
      <p:sp>
        <p:nvSpPr>
          <p:cNvPr id="9" name="Symbol zastępczy tekstu 8">
            <a:extLst>
              <a:ext uri="{FF2B5EF4-FFF2-40B4-BE49-F238E27FC236}">
                <a16:creationId xmlns:a16="http://schemas.microsoft.com/office/drawing/2014/main" id="{12B6E370-EABE-CA30-2460-E29445B44796}"/>
              </a:ext>
            </a:extLst>
          </p:cNvPr>
          <p:cNvSpPr>
            <a:spLocks noGrp="1"/>
          </p:cNvSpPr>
          <p:nvPr>
            <p:ph type="body" sz="quarter" idx="10"/>
          </p:nvPr>
        </p:nvSpPr>
        <p:spPr>
          <a:xfrm>
            <a:off x="311989" y="980175"/>
            <a:ext cx="9763664" cy="365546"/>
          </a:xfrm>
        </p:spPr>
        <p:txBody>
          <a:bodyPr/>
          <a:lstStyle/>
          <a:p>
            <a:pPr marL="0" indent="0">
              <a:buNone/>
            </a:pPr>
            <a:r>
              <a:rPr lang="pl-PL"/>
              <a:t>Hub </a:t>
            </a:r>
            <a:r>
              <a:rPr lang="pl-PL" err="1"/>
              <a:t>Sites</a:t>
            </a:r>
            <a:endParaRPr lang="pl-PL"/>
          </a:p>
        </p:txBody>
      </p:sp>
      <p:pic>
        <p:nvPicPr>
          <p:cNvPr id="4" name="Obraz 3">
            <a:extLst>
              <a:ext uri="{FF2B5EF4-FFF2-40B4-BE49-F238E27FC236}">
                <a16:creationId xmlns:a16="http://schemas.microsoft.com/office/drawing/2014/main" id="{204A65D4-CA32-AC7B-64D0-EF36CE8E01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47860" y="1078302"/>
            <a:ext cx="8204679" cy="4615132"/>
          </a:xfrm>
          <a:prstGeom prst="rect">
            <a:avLst/>
          </a:prstGeom>
        </p:spPr>
      </p:pic>
      <p:sp>
        <p:nvSpPr>
          <p:cNvPr id="7" name="pole tekstowe 6">
            <a:extLst>
              <a:ext uri="{FF2B5EF4-FFF2-40B4-BE49-F238E27FC236}">
                <a16:creationId xmlns:a16="http://schemas.microsoft.com/office/drawing/2014/main" id="{29E517E7-20D6-73F8-0738-BF9E09A6C09D}"/>
              </a:ext>
            </a:extLst>
          </p:cNvPr>
          <p:cNvSpPr txBox="1"/>
          <p:nvPr/>
        </p:nvSpPr>
        <p:spPr>
          <a:xfrm>
            <a:off x="311989" y="1664898"/>
            <a:ext cx="3535871" cy="2308324"/>
          </a:xfrm>
          <a:prstGeom prst="rect">
            <a:avLst/>
          </a:prstGeom>
          <a:noFill/>
        </p:spPr>
        <p:txBody>
          <a:bodyPr wrap="square" rtlCol="0">
            <a:spAutoFit/>
          </a:bodyPr>
          <a:lstStyle/>
          <a:p>
            <a:r>
              <a:rPr lang="pl-PL"/>
              <a:t>To register </a:t>
            </a:r>
            <a:r>
              <a:rPr lang="pl-PL" err="1"/>
              <a:t>site</a:t>
            </a:r>
            <a:r>
              <a:rPr lang="pl-PL"/>
              <a:t> from admin Center</a:t>
            </a:r>
          </a:p>
          <a:p>
            <a:pPr marL="285750" indent="-285750">
              <a:buFontTx/>
              <a:buChar char="-"/>
            </a:pPr>
            <a:r>
              <a:rPr lang="pl-PL"/>
              <a:t>Register as Hub Site</a:t>
            </a:r>
          </a:p>
          <a:p>
            <a:pPr marL="285750" indent="-285750">
              <a:buFontTx/>
              <a:buChar char="-"/>
            </a:pPr>
            <a:endParaRPr lang="pl-PL"/>
          </a:p>
          <a:p>
            <a:r>
              <a:rPr lang="pl-PL" err="1"/>
              <a:t>Choose</a:t>
            </a:r>
            <a:r>
              <a:rPr lang="pl-PL"/>
              <a:t> </a:t>
            </a:r>
            <a:r>
              <a:rPr lang="pl-PL" err="1"/>
              <a:t>who</a:t>
            </a:r>
            <a:r>
              <a:rPr lang="pl-PL"/>
              <a:t> </a:t>
            </a:r>
            <a:r>
              <a:rPr lang="pl-PL" err="1"/>
              <a:t>can</a:t>
            </a:r>
            <a:r>
              <a:rPr lang="pl-PL"/>
              <a:t> </a:t>
            </a:r>
            <a:r>
              <a:rPr lang="pl-PL" err="1"/>
              <a:t>associate</a:t>
            </a:r>
            <a:r>
              <a:rPr lang="pl-PL"/>
              <a:t> </a:t>
            </a:r>
            <a:r>
              <a:rPr lang="pl-PL" err="1"/>
              <a:t>sites</a:t>
            </a:r>
            <a:r>
              <a:rPr lang="pl-PL"/>
              <a:t> with the hub</a:t>
            </a:r>
          </a:p>
          <a:p>
            <a:pPr marL="285750" indent="-285750">
              <a:buFontTx/>
              <a:buChar char="-"/>
            </a:pPr>
            <a:r>
              <a:rPr lang="pl-PL" err="1"/>
              <a:t>Users</a:t>
            </a:r>
            <a:endParaRPr lang="pl-PL"/>
          </a:p>
          <a:p>
            <a:pPr marL="285750" indent="-285750">
              <a:buFontTx/>
              <a:buChar char="-"/>
            </a:pPr>
            <a:r>
              <a:rPr lang="pl-PL"/>
              <a:t>Security </a:t>
            </a:r>
            <a:r>
              <a:rPr lang="pl-PL" err="1"/>
              <a:t>group</a:t>
            </a:r>
            <a:endParaRPr lang="pl-PL"/>
          </a:p>
          <a:p>
            <a:pPr marL="285750" indent="-285750">
              <a:buFontTx/>
              <a:buChar char="-"/>
            </a:pPr>
            <a:r>
              <a:rPr lang="pl-PL"/>
              <a:t>M365 </a:t>
            </a:r>
            <a:r>
              <a:rPr lang="pl-PL" err="1"/>
              <a:t>group</a:t>
            </a:r>
            <a:endParaRPr lang="pl-PL"/>
          </a:p>
        </p:txBody>
      </p:sp>
    </p:spTree>
    <p:extLst>
      <p:ext uri="{BB962C8B-B14F-4D97-AF65-F5344CB8AC3E}">
        <p14:creationId xmlns:p14="http://schemas.microsoft.com/office/powerpoint/2010/main" val="1471217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1533517" cy="785003"/>
          </a:xfrm>
        </p:spPr>
        <p:txBody>
          <a:bodyPr/>
          <a:lstStyle/>
          <a:p>
            <a:r>
              <a:rPr lang="en-US" sz="3600"/>
              <a:t>Planning and Configuring Site Collections and Hub Sites</a:t>
            </a:r>
          </a:p>
        </p:txBody>
      </p:sp>
      <p:sp>
        <p:nvSpPr>
          <p:cNvPr id="9" name="Symbol zastępczy tekstu 8">
            <a:extLst>
              <a:ext uri="{FF2B5EF4-FFF2-40B4-BE49-F238E27FC236}">
                <a16:creationId xmlns:a16="http://schemas.microsoft.com/office/drawing/2014/main" id="{12B6E370-EABE-CA30-2460-E29445B44796}"/>
              </a:ext>
            </a:extLst>
          </p:cNvPr>
          <p:cNvSpPr>
            <a:spLocks noGrp="1"/>
          </p:cNvSpPr>
          <p:nvPr>
            <p:ph type="body" sz="quarter" idx="10"/>
          </p:nvPr>
        </p:nvSpPr>
        <p:spPr>
          <a:xfrm>
            <a:off x="311989" y="980175"/>
            <a:ext cx="9763664" cy="365546"/>
          </a:xfrm>
        </p:spPr>
        <p:txBody>
          <a:bodyPr/>
          <a:lstStyle/>
          <a:p>
            <a:pPr marL="0" indent="0">
              <a:buNone/>
            </a:pPr>
            <a:r>
              <a:rPr lang="pl-PL" err="1"/>
              <a:t>Permission</a:t>
            </a:r>
            <a:endParaRPr lang="pl-PL"/>
          </a:p>
        </p:txBody>
      </p:sp>
      <p:sp>
        <p:nvSpPr>
          <p:cNvPr id="7" name="pole tekstowe 6">
            <a:extLst>
              <a:ext uri="{FF2B5EF4-FFF2-40B4-BE49-F238E27FC236}">
                <a16:creationId xmlns:a16="http://schemas.microsoft.com/office/drawing/2014/main" id="{29E517E7-20D6-73F8-0738-BF9E09A6C09D}"/>
              </a:ext>
            </a:extLst>
          </p:cNvPr>
          <p:cNvSpPr txBox="1"/>
          <p:nvPr/>
        </p:nvSpPr>
        <p:spPr>
          <a:xfrm>
            <a:off x="311989" y="1664898"/>
            <a:ext cx="9220200" cy="4524315"/>
          </a:xfrm>
          <a:prstGeom prst="rect">
            <a:avLst/>
          </a:prstGeom>
          <a:noFill/>
        </p:spPr>
        <p:txBody>
          <a:bodyPr wrap="square" rtlCol="0">
            <a:spAutoFit/>
          </a:bodyPr>
          <a:lstStyle/>
          <a:p>
            <a:r>
              <a:rPr lang="pl-PL"/>
              <a:t>Site </a:t>
            </a:r>
            <a:r>
              <a:rPr lang="pl-PL" err="1"/>
              <a:t>Administrators</a:t>
            </a:r>
            <a:endParaRPr lang="pl-PL"/>
          </a:p>
          <a:p>
            <a:pPr marL="285750" indent="-285750">
              <a:buFontTx/>
              <a:buChar char="-"/>
            </a:pPr>
            <a:r>
              <a:rPr lang="pl-PL"/>
              <a:t>Full </a:t>
            </a:r>
            <a:r>
              <a:rPr lang="pl-PL" err="1"/>
              <a:t>control</a:t>
            </a:r>
            <a:r>
              <a:rPr lang="pl-PL"/>
              <a:t> to </a:t>
            </a:r>
            <a:r>
              <a:rPr lang="pl-PL" err="1"/>
              <a:t>everything</a:t>
            </a:r>
            <a:r>
              <a:rPr lang="pl-PL"/>
              <a:t> </a:t>
            </a:r>
            <a:r>
              <a:rPr lang="pl-PL" err="1"/>
              <a:t>inside</a:t>
            </a:r>
            <a:r>
              <a:rPr lang="pl-PL"/>
              <a:t> the </a:t>
            </a:r>
            <a:r>
              <a:rPr lang="pl-PL" err="1"/>
              <a:t>site</a:t>
            </a:r>
            <a:endParaRPr lang="pl-PL"/>
          </a:p>
          <a:p>
            <a:pPr marL="285750" indent="-285750">
              <a:buFontTx/>
              <a:buChar char="-"/>
            </a:pPr>
            <a:r>
              <a:rPr lang="pl-PL" err="1"/>
              <a:t>Can</a:t>
            </a:r>
            <a:r>
              <a:rPr lang="pl-PL"/>
              <a:t> </a:t>
            </a:r>
            <a:r>
              <a:rPr lang="pl-PL" err="1"/>
              <a:t>activate</a:t>
            </a:r>
            <a:r>
              <a:rPr lang="pl-PL"/>
              <a:t> Site Collection </a:t>
            </a:r>
            <a:r>
              <a:rPr lang="pl-PL" err="1"/>
              <a:t>features</a:t>
            </a:r>
            <a:endParaRPr lang="pl-PL"/>
          </a:p>
          <a:p>
            <a:pPr marL="285750" indent="-285750">
              <a:buFontTx/>
              <a:buChar char="-"/>
            </a:pPr>
            <a:r>
              <a:rPr lang="pl-PL" err="1"/>
              <a:t>Receive</a:t>
            </a:r>
            <a:r>
              <a:rPr lang="pl-PL"/>
              <a:t> e-mail on </a:t>
            </a:r>
            <a:r>
              <a:rPr lang="pl-PL" err="1"/>
              <a:t>various</a:t>
            </a:r>
            <a:r>
              <a:rPr lang="pl-PL"/>
              <a:t> </a:t>
            </a:r>
            <a:r>
              <a:rPr lang="pl-PL" err="1"/>
              <a:t>notifications</a:t>
            </a:r>
            <a:endParaRPr lang="pl-PL"/>
          </a:p>
          <a:p>
            <a:pPr marL="285750" indent="-285750">
              <a:buFontTx/>
              <a:buChar char="-"/>
            </a:pPr>
            <a:endParaRPr lang="pl-PL"/>
          </a:p>
          <a:p>
            <a:r>
              <a:rPr lang="pl-PL"/>
              <a:t>Site </a:t>
            </a:r>
            <a:r>
              <a:rPr lang="pl-PL" err="1"/>
              <a:t>Owners</a:t>
            </a:r>
            <a:endParaRPr lang="pl-PL"/>
          </a:p>
          <a:p>
            <a:pPr marL="285750" indent="-285750">
              <a:buFontTx/>
              <a:buChar char="-"/>
            </a:pPr>
            <a:r>
              <a:rPr lang="pl-PL" err="1"/>
              <a:t>Manage</a:t>
            </a:r>
            <a:r>
              <a:rPr lang="pl-PL"/>
              <a:t> Site </a:t>
            </a:r>
            <a:r>
              <a:rPr lang="pl-PL" err="1"/>
              <a:t>Permission</a:t>
            </a:r>
            <a:endParaRPr lang="pl-PL"/>
          </a:p>
          <a:p>
            <a:pPr marL="285750" indent="-285750">
              <a:buFontTx/>
              <a:buChar char="-"/>
            </a:pPr>
            <a:r>
              <a:rPr lang="pl-PL" err="1"/>
              <a:t>Manage</a:t>
            </a:r>
            <a:r>
              <a:rPr lang="pl-PL"/>
              <a:t> Site </a:t>
            </a:r>
            <a:r>
              <a:rPr lang="pl-PL" err="1"/>
              <a:t>Artifacts</a:t>
            </a:r>
            <a:endParaRPr lang="pl-PL"/>
          </a:p>
          <a:p>
            <a:pPr marL="285750" indent="-285750">
              <a:buFontTx/>
              <a:buChar char="-"/>
            </a:pPr>
            <a:endParaRPr lang="pl-PL"/>
          </a:p>
          <a:p>
            <a:r>
              <a:rPr lang="pl-PL"/>
              <a:t>Site </a:t>
            </a:r>
            <a:r>
              <a:rPr lang="pl-PL" err="1"/>
              <a:t>Members</a:t>
            </a:r>
            <a:endParaRPr lang="pl-PL"/>
          </a:p>
          <a:p>
            <a:pPr marL="285750" indent="-285750">
              <a:buFontTx/>
              <a:buChar char="-"/>
            </a:pPr>
            <a:r>
              <a:rPr lang="pl-PL"/>
              <a:t>Edit </a:t>
            </a:r>
            <a:r>
              <a:rPr lang="pl-PL" err="1"/>
              <a:t>Permissions</a:t>
            </a:r>
            <a:endParaRPr lang="pl-PL"/>
          </a:p>
          <a:p>
            <a:pPr marL="742950" lvl="1" indent="-285750">
              <a:buFontTx/>
              <a:buChar char="-"/>
            </a:pPr>
            <a:r>
              <a:rPr lang="pl-PL" err="1"/>
              <a:t>Create</a:t>
            </a:r>
            <a:r>
              <a:rPr lang="pl-PL"/>
              <a:t> </a:t>
            </a:r>
            <a:r>
              <a:rPr lang="pl-PL" err="1"/>
              <a:t>Lists</a:t>
            </a:r>
            <a:r>
              <a:rPr lang="pl-PL"/>
              <a:t>/Libraries</a:t>
            </a:r>
          </a:p>
          <a:p>
            <a:pPr marL="742950" lvl="1" indent="-285750">
              <a:buFontTx/>
              <a:buChar char="-"/>
            </a:pPr>
            <a:r>
              <a:rPr lang="pl-PL" err="1"/>
              <a:t>Create</a:t>
            </a:r>
            <a:r>
              <a:rPr lang="pl-PL"/>
              <a:t> Content</a:t>
            </a:r>
          </a:p>
          <a:p>
            <a:pPr marL="742950" lvl="1" indent="-285750">
              <a:buFontTx/>
              <a:buChar char="-"/>
            </a:pPr>
            <a:endParaRPr lang="pl-PL"/>
          </a:p>
          <a:p>
            <a:r>
              <a:rPr lang="pl-PL"/>
              <a:t>Site </a:t>
            </a:r>
            <a:r>
              <a:rPr lang="pl-PL" err="1"/>
              <a:t>Visitors</a:t>
            </a:r>
            <a:endParaRPr lang="pl-PL"/>
          </a:p>
          <a:p>
            <a:r>
              <a:rPr lang="pl-PL"/>
              <a:t>- Read </a:t>
            </a:r>
            <a:r>
              <a:rPr lang="pl-PL" err="1"/>
              <a:t>Only</a:t>
            </a:r>
            <a:r>
              <a:rPr lang="pl-PL"/>
              <a:t> </a:t>
            </a:r>
            <a:r>
              <a:rPr lang="pl-PL" err="1"/>
              <a:t>Permission</a:t>
            </a:r>
            <a:endParaRPr lang="pl-PL"/>
          </a:p>
        </p:txBody>
      </p:sp>
    </p:spTree>
    <p:extLst>
      <p:ext uri="{BB962C8B-B14F-4D97-AF65-F5344CB8AC3E}">
        <p14:creationId xmlns:p14="http://schemas.microsoft.com/office/powerpoint/2010/main" val="28513154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1533517" cy="785003"/>
          </a:xfrm>
        </p:spPr>
        <p:txBody>
          <a:bodyPr/>
          <a:lstStyle/>
          <a:p>
            <a:r>
              <a:rPr lang="en-US" sz="3600"/>
              <a:t>Planning and Configuring Site Collections and Hub Sites</a:t>
            </a:r>
          </a:p>
        </p:txBody>
      </p:sp>
      <p:sp>
        <p:nvSpPr>
          <p:cNvPr id="9" name="Symbol zastępczy tekstu 8">
            <a:extLst>
              <a:ext uri="{FF2B5EF4-FFF2-40B4-BE49-F238E27FC236}">
                <a16:creationId xmlns:a16="http://schemas.microsoft.com/office/drawing/2014/main" id="{12B6E370-EABE-CA30-2460-E29445B44796}"/>
              </a:ext>
            </a:extLst>
          </p:cNvPr>
          <p:cNvSpPr>
            <a:spLocks noGrp="1"/>
          </p:cNvSpPr>
          <p:nvPr>
            <p:ph type="body" sz="quarter" idx="10"/>
          </p:nvPr>
        </p:nvSpPr>
        <p:spPr>
          <a:xfrm>
            <a:off x="172529" y="1588351"/>
            <a:ext cx="9763664" cy="365546"/>
          </a:xfrm>
        </p:spPr>
        <p:txBody>
          <a:bodyPr/>
          <a:lstStyle/>
          <a:p>
            <a:pPr marL="0" indent="0">
              <a:buNone/>
            </a:pPr>
            <a:r>
              <a:rPr lang="pl-PL" err="1"/>
              <a:t>Permission</a:t>
            </a:r>
            <a:endParaRPr lang="pl-PL"/>
          </a:p>
        </p:txBody>
      </p:sp>
      <p:sp>
        <p:nvSpPr>
          <p:cNvPr id="2" name="pole tekstowe 1">
            <a:extLst>
              <a:ext uri="{FF2B5EF4-FFF2-40B4-BE49-F238E27FC236}">
                <a16:creationId xmlns:a16="http://schemas.microsoft.com/office/drawing/2014/main" id="{0ADD73C8-DCB7-EC22-C9E4-C246FCA07F88}"/>
              </a:ext>
            </a:extLst>
          </p:cNvPr>
          <p:cNvSpPr txBox="1"/>
          <p:nvPr/>
        </p:nvSpPr>
        <p:spPr>
          <a:xfrm>
            <a:off x="172529" y="2210544"/>
            <a:ext cx="5538158" cy="1477328"/>
          </a:xfrm>
          <a:prstGeom prst="rect">
            <a:avLst/>
          </a:prstGeom>
          <a:noFill/>
        </p:spPr>
        <p:txBody>
          <a:bodyPr wrap="square" rtlCol="0">
            <a:spAutoFit/>
          </a:bodyPr>
          <a:lstStyle/>
          <a:p>
            <a:r>
              <a:rPr lang="pl-PL" err="1"/>
              <a:t>Add</a:t>
            </a:r>
            <a:r>
              <a:rPr lang="pl-PL"/>
              <a:t> Site admin via the Admin Center</a:t>
            </a:r>
          </a:p>
          <a:p>
            <a:endParaRPr lang="pl-PL"/>
          </a:p>
          <a:p>
            <a:r>
              <a:rPr lang="pl-PL" err="1"/>
              <a:t>Owners</a:t>
            </a:r>
            <a:endParaRPr lang="pl-PL"/>
          </a:p>
          <a:p>
            <a:pPr marL="285750" indent="-285750">
              <a:buFontTx/>
              <a:buChar char="-"/>
            </a:pPr>
            <a:r>
              <a:rPr lang="pl-PL" err="1"/>
              <a:t>Change</a:t>
            </a:r>
            <a:r>
              <a:rPr lang="pl-PL"/>
              <a:t> </a:t>
            </a:r>
            <a:r>
              <a:rPr lang="pl-PL" err="1"/>
              <a:t>Primary</a:t>
            </a:r>
            <a:r>
              <a:rPr lang="pl-PL"/>
              <a:t> admin</a:t>
            </a:r>
          </a:p>
          <a:p>
            <a:pPr marL="285750" indent="-285750">
              <a:buFontTx/>
              <a:buChar char="-"/>
            </a:pPr>
            <a:r>
              <a:rPr lang="pl-PL" err="1"/>
              <a:t>Change</a:t>
            </a:r>
            <a:r>
              <a:rPr lang="pl-PL"/>
              <a:t> </a:t>
            </a:r>
            <a:r>
              <a:rPr lang="pl-PL" err="1"/>
              <a:t>admins</a:t>
            </a:r>
            <a:r>
              <a:rPr lang="pl-PL"/>
              <a:t> </a:t>
            </a:r>
          </a:p>
        </p:txBody>
      </p:sp>
      <p:pic>
        <p:nvPicPr>
          <p:cNvPr id="4" name="Obraz 3">
            <a:extLst>
              <a:ext uri="{FF2B5EF4-FFF2-40B4-BE49-F238E27FC236}">
                <a16:creationId xmlns:a16="http://schemas.microsoft.com/office/drawing/2014/main" id="{C5C9ECC4-50ED-8136-2D58-64F1F7F0289A}"/>
              </a:ext>
            </a:extLst>
          </p:cNvPr>
          <p:cNvPicPr>
            <a:picLocks noChangeAspect="1"/>
          </p:cNvPicPr>
          <p:nvPr/>
        </p:nvPicPr>
        <p:blipFill>
          <a:blip r:embed="rId2"/>
          <a:stretch>
            <a:fillRect/>
          </a:stretch>
        </p:blipFill>
        <p:spPr>
          <a:xfrm>
            <a:off x="3709130" y="2463947"/>
            <a:ext cx="8421275" cy="1952898"/>
          </a:xfrm>
          <a:prstGeom prst="rect">
            <a:avLst/>
          </a:prstGeom>
        </p:spPr>
      </p:pic>
    </p:spTree>
    <p:extLst>
      <p:ext uri="{BB962C8B-B14F-4D97-AF65-F5344CB8AC3E}">
        <p14:creationId xmlns:p14="http://schemas.microsoft.com/office/powerpoint/2010/main" val="14311647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11380-4BF5-4B97-DA76-418D6CCC079B}"/>
            </a:ext>
          </a:extLst>
        </p:cNvPr>
        <p:cNvGrpSpPr/>
        <p:nvPr/>
      </p:nvGrpSpPr>
      <p:grpSpPr>
        <a:xfrm>
          <a:off x="0" y="0"/>
          <a:ext cx="0" cy="0"/>
          <a:chOff x="0" y="0"/>
          <a:chExt cx="0" cy="0"/>
        </a:xfrm>
      </p:grpSpPr>
      <p:sp>
        <p:nvSpPr>
          <p:cNvPr id="3" name="Symbol zastępczy tekstu 2">
            <a:extLst>
              <a:ext uri="{FF2B5EF4-FFF2-40B4-BE49-F238E27FC236}">
                <a16:creationId xmlns:a16="http://schemas.microsoft.com/office/drawing/2014/main" id="{6FC748C5-E0E6-2B6A-62E1-35F90F440253}"/>
              </a:ext>
            </a:extLst>
          </p:cNvPr>
          <p:cNvSpPr>
            <a:spLocks noGrp="1"/>
          </p:cNvSpPr>
          <p:nvPr>
            <p:ph type="body" sz="quarter" idx="10"/>
          </p:nvPr>
        </p:nvSpPr>
        <p:spPr>
          <a:xfrm>
            <a:off x="5247292" y="4804207"/>
            <a:ext cx="1179830" cy="914400"/>
          </a:xfrm>
        </p:spPr>
        <p:txBody>
          <a:bodyPr/>
          <a:lstStyle/>
          <a:p>
            <a:pPr marL="0" indent="0">
              <a:buNone/>
            </a:pPr>
            <a:r>
              <a:rPr lang="pl-PL" sz="2800"/>
              <a:t>LAB 02</a:t>
            </a:r>
            <a:endParaRPr lang="pl-PL"/>
          </a:p>
        </p:txBody>
      </p:sp>
      <p:pic>
        <p:nvPicPr>
          <p:cNvPr id="5" name="Obraz 4">
            <a:extLst>
              <a:ext uri="{FF2B5EF4-FFF2-40B4-BE49-F238E27FC236}">
                <a16:creationId xmlns:a16="http://schemas.microsoft.com/office/drawing/2014/main" id="{2F0F159D-E1D6-1AF8-B840-B46D139362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9782" y="1705305"/>
            <a:ext cx="4514850" cy="3009900"/>
          </a:xfrm>
          <a:prstGeom prst="rect">
            <a:avLst/>
          </a:prstGeom>
        </p:spPr>
      </p:pic>
    </p:spTree>
    <p:extLst>
      <p:ext uri="{BB962C8B-B14F-4D97-AF65-F5344CB8AC3E}">
        <p14:creationId xmlns:p14="http://schemas.microsoft.com/office/powerpoint/2010/main" val="23704803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tekstu 2">
            <a:extLst>
              <a:ext uri="{FF2B5EF4-FFF2-40B4-BE49-F238E27FC236}">
                <a16:creationId xmlns:a16="http://schemas.microsoft.com/office/drawing/2014/main" id="{41A6967E-EF9E-D540-750A-56586B652A6A}"/>
              </a:ext>
            </a:extLst>
          </p:cNvPr>
          <p:cNvSpPr>
            <a:spLocks noGrp="1"/>
          </p:cNvSpPr>
          <p:nvPr>
            <p:ph type="body" sz="quarter" idx="10"/>
          </p:nvPr>
        </p:nvSpPr>
        <p:spPr>
          <a:xfrm>
            <a:off x="3888356" y="5152695"/>
            <a:ext cx="4415287" cy="914400"/>
          </a:xfrm>
        </p:spPr>
        <p:txBody>
          <a:bodyPr/>
          <a:lstStyle/>
          <a:p>
            <a:pPr marL="0" indent="0">
              <a:buNone/>
            </a:pPr>
            <a:r>
              <a:rPr lang="en-US" sz="2800"/>
              <a:t>Configuring External Sharing</a:t>
            </a:r>
            <a:endParaRPr lang="pl-PL"/>
          </a:p>
        </p:txBody>
      </p:sp>
      <p:pic>
        <p:nvPicPr>
          <p:cNvPr id="5" name="Obraz 4">
            <a:extLst>
              <a:ext uri="{FF2B5EF4-FFF2-40B4-BE49-F238E27FC236}">
                <a16:creationId xmlns:a16="http://schemas.microsoft.com/office/drawing/2014/main" id="{FF704FE1-8340-9E21-35A5-5A5A7663D1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9782" y="1705305"/>
            <a:ext cx="4514850" cy="3009900"/>
          </a:xfrm>
          <a:prstGeom prst="rect">
            <a:avLst/>
          </a:prstGeom>
        </p:spPr>
      </p:pic>
    </p:spTree>
    <p:extLst>
      <p:ext uri="{BB962C8B-B14F-4D97-AF65-F5344CB8AC3E}">
        <p14:creationId xmlns:p14="http://schemas.microsoft.com/office/powerpoint/2010/main" val="18616977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1533517" cy="785003"/>
          </a:xfrm>
        </p:spPr>
        <p:txBody>
          <a:bodyPr/>
          <a:lstStyle/>
          <a:p>
            <a:r>
              <a:rPr lang="en-US" sz="3600"/>
              <a:t>Configuring External Sharing</a:t>
            </a:r>
          </a:p>
        </p:txBody>
      </p:sp>
      <p:sp>
        <p:nvSpPr>
          <p:cNvPr id="9" name="Symbol zastępczy tekstu 8">
            <a:extLst>
              <a:ext uri="{FF2B5EF4-FFF2-40B4-BE49-F238E27FC236}">
                <a16:creationId xmlns:a16="http://schemas.microsoft.com/office/drawing/2014/main" id="{12B6E370-EABE-CA30-2460-E29445B44796}"/>
              </a:ext>
            </a:extLst>
          </p:cNvPr>
          <p:cNvSpPr>
            <a:spLocks noGrp="1"/>
          </p:cNvSpPr>
          <p:nvPr>
            <p:ph type="body" sz="quarter" idx="10"/>
          </p:nvPr>
        </p:nvSpPr>
        <p:spPr>
          <a:xfrm>
            <a:off x="415506" y="1195836"/>
            <a:ext cx="10515600" cy="3943350"/>
          </a:xfrm>
        </p:spPr>
        <p:txBody>
          <a:bodyPr/>
          <a:lstStyle/>
          <a:p>
            <a:pPr marL="0" indent="0">
              <a:buNone/>
            </a:pPr>
            <a:r>
              <a:rPr lang="pl-PL"/>
              <a:t>SharePoint Online </a:t>
            </a:r>
            <a:r>
              <a:rPr lang="pl-PL" err="1"/>
              <a:t>allows</a:t>
            </a:r>
            <a:r>
              <a:rPr lang="pl-PL"/>
              <a:t> </a:t>
            </a:r>
            <a:r>
              <a:rPr lang="pl-PL" err="1"/>
              <a:t>you</a:t>
            </a:r>
            <a:r>
              <a:rPr lang="pl-PL"/>
              <a:t> to </a:t>
            </a:r>
            <a:r>
              <a:rPr lang="pl-PL" err="1"/>
              <a:t>share</a:t>
            </a:r>
            <a:r>
              <a:rPr lang="pl-PL"/>
              <a:t> </a:t>
            </a:r>
            <a:r>
              <a:rPr lang="pl-PL" err="1"/>
              <a:t>artifacts</a:t>
            </a:r>
            <a:r>
              <a:rPr lang="pl-PL"/>
              <a:t> with </a:t>
            </a:r>
            <a:r>
              <a:rPr lang="pl-PL" err="1"/>
              <a:t>users</a:t>
            </a:r>
            <a:r>
              <a:rPr lang="pl-PL"/>
              <a:t> </a:t>
            </a:r>
            <a:r>
              <a:rPr lang="pl-PL" err="1"/>
              <a:t>outside</a:t>
            </a:r>
            <a:r>
              <a:rPr lang="pl-PL"/>
              <a:t> </a:t>
            </a:r>
            <a:r>
              <a:rPr lang="pl-PL" err="1"/>
              <a:t>your</a:t>
            </a:r>
            <a:r>
              <a:rPr lang="pl-PL"/>
              <a:t> </a:t>
            </a:r>
            <a:r>
              <a:rPr lang="pl-PL" err="1"/>
              <a:t>organization</a:t>
            </a:r>
            <a:endParaRPr lang="pl-PL"/>
          </a:p>
          <a:p>
            <a:pPr lvl="1"/>
            <a:r>
              <a:rPr lang="pl-PL"/>
              <a:t>Complete Site</a:t>
            </a:r>
          </a:p>
          <a:p>
            <a:pPr lvl="1"/>
            <a:r>
              <a:rPr lang="pl-PL"/>
              <a:t>List </a:t>
            </a:r>
            <a:r>
              <a:rPr lang="pl-PL" err="1"/>
              <a:t>or</a:t>
            </a:r>
            <a:r>
              <a:rPr lang="pl-PL"/>
              <a:t> Library</a:t>
            </a:r>
          </a:p>
          <a:p>
            <a:pPr lvl="1"/>
            <a:r>
              <a:rPr lang="pl-PL" err="1"/>
              <a:t>Specific</a:t>
            </a:r>
            <a:r>
              <a:rPr lang="pl-PL"/>
              <a:t> </a:t>
            </a:r>
            <a:r>
              <a:rPr lang="pl-PL" err="1"/>
              <a:t>documents</a:t>
            </a:r>
            <a:endParaRPr lang="pl-PL"/>
          </a:p>
          <a:p>
            <a:pPr lvl="1"/>
            <a:endParaRPr lang="pl-PL"/>
          </a:p>
          <a:p>
            <a:pPr marL="0" indent="0">
              <a:buNone/>
            </a:pPr>
            <a:r>
              <a:rPr lang="pl-PL" err="1"/>
              <a:t>Sharing</a:t>
            </a:r>
            <a:r>
              <a:rPr lang="pl-PL"/>
              <a:t> </a:t>
            </a:r>
            <a:r>
              <a:rPr lang="pl-PL" err="1"/>
              <a:t>is</a:t>
            </a:r>
            <a:r>
              <a:rPr lang="pl-PL"/>
              <a:t> </a:t>
            </a:r>
            <a:r>
              <a:rPr lang="pl-PL" err="1"/>
              <a:t>done</a:t>
            </a:r>
            <a:r>
              <a:rPr lang="pl-PL"/>
              <a:t> </a:t>
            </a:r>
            <a:r>
              <a:rPr lang="pl-PL" err="1"/>
              <a:t>differently</a:t>
            </a:r>
            <a:r>
              <a:rPr lang="pl-PL"/>
              <a:t> </a:t>
            </a:r>
            <a:r>
              <a:rPr lang="pl-PL" err="1"/>
              <a:t>depending</a:t>
            </a:r>
            <a:r>
              <a:rPr lang="pl-PL"/>
              <a:t> on </a:t>
            </a:r>
            <a:r>
              <a:rPr lang="pl-PL" err="1"/>
              <a:t>what</a:t>
            </a:r>
            <a:r>
              <a:rPr lang="pl-PL"/>
              <a:t> </a:t>
            </a:r>
            <a:r>
              <a:rPr lang="pl-PL" err="1"/>
              <a:t>you</a:t>
            </a:r>
            <a:r>
              <a:rPr lang="pl-PL"/>
              <a:t> want to </a:t>
            </a:r>
            <a:r>
              <a:rPr lang="pl-PL" err="1"/>
              <a:t>share</a:t>
            </a:r>
            <a:endParaRPr lang="pl-PL"/>
          </a:p>
          <a:p>
            <a:pPr lvl="1"/>
            <a:endParaRPr lang="pl-PL"/>
          </a:p>
        </p:txBody>
      </p:sp>
    </p:spTree>
    <p:extLst>
      <p:ext uri="{BB962C8B-B14F-4D97-AF65-F5344CB8AC3E}">
        <p14:creationId xmlns:p14="http://schemas.microsoft.com/office/powerpoint/2010/main" val="3931752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1533517" cy="785003"/>
          </a:xfrm>
        </p:spPr>
        <p:txBody>
          <a:bodyPr/>
          <a:lstStyle/>
          <a:p>
            <a:r>
              <a:rPr lang="en-US" sz="3600"/>
              <a:t>Configuring External Sharing</a:t>
            </a:r>
          </a:p>
        </p:txBody>
      </p:sp>
      <p:sp>
        <p:nvSpPr>
          <p:cNvPr id="9" name="Symbol zastępczy tekstu 8">
            <a:extLst>
              <a:ext uri="{FF2B5EF4-FFF2-40B4-BE49-F238E27FC236}">
                <a16:creationId xmlns:a16="http://schemas.microsoft.com/office/drawing/2014/main" id="{12B6E370-EABE-CA30-2460-E29445B44796}"/>
              </a:ext>
            </a:extLst>
          </p:cNvPr>
          <p:cNvSpPr>
            <a:spLocks noGrp="1"/>
          </p:cNvSpPr>
          <p:nvPr>
            <p:ph type="body" sz="quarter" idx="10"/>
          </p:nvPr>
        </p:nvSpPr>
        <p:spPr>
          <a:xfrm>
            <a:off x="415506" y="1195836"/>
            <a:ext cx="3595777" cy="408677"/>
          </a:xfrm>
        </p:spPr>
        <p:txBody>
          <a:bodyPr/>
          <a:lstStyle/>
          <a:p>
            <a:pPr marL="0" indent="0">
              <a:buNone/>
            </a:pPr>
            <a:r>
              <a:rPr lang="pl-PL" err="1"/>
              <a:t>Types</a:t>
            </a:r>
            <a:r>
              <a:rPr lang="pl-PL"/>
              <a:t> of </a:t>
            </a:r>
            <a:r>
              <a:rPr lang="pl-PL" err="1"/>
              <a:t>External</a:t>
            </a:r>
            <a:r>
              <a:rPr lang="pl-PL"/>
              <a:t> </a:t>
            </a:r>
            <a:r>
              <a:rPr lang="pl-PL" err="1"/>
              <a:t>Users</a:t>
            </a:r>
            <a:endParaRPr lang="pl-PL"/>
          </a:p>
        </p:txBody>
      </p:sp>
      <p:pic>
        <p:nvPicPr>
          <p:cNvPr id="3" name="Obraz 2">
            <a:extLst>
              <a:ext uri="{FF2B5EF4-FFF2-40B4-BE49-F238E27FC236}">
                <a16:creationId xmlns:a16="http://schemas.microsoft.com/office/drawing/2014/main" id="{94EBAE4F-BA0A-8626-64C1-5758E58A0269}"/>
              </a:ext>
            </a:extLst>
          </p:cNvPr>
          <p:cNvPicPr>
            <a:picLocks noChangeAspect="1"/>
          </p:cNvPicPr>
          <p:nvPr/>
        </p:nvPicPr>
        <p:blipFill>
          <a:blip r:embed="rId2"/>
          <a:stretch>
            <a:fillRect/>
          </a:stretch>
        </p:blipFill>
        <p:spPr>
          <a:xfrm>
            <a:off x="1551311" y="1875871"/>
            <a:ext cx="8344612" cy="3786293"/>
          </a:xfrm>
          <a:prstGeom prst="rect">
            <a:avLst/>
          </a:prstGeom>
        </p:spPr>
      </p:pic>
    </p:spTree>
    <p:extLst>
      <p:ext uri="{BB962C8B-B14F-4D97-AF65-F5344CB8AC3E}">
        <p14:creationId xmlns:p14="http://schemas.microsoft.com/office/powerpoint/2010/main" val="19372533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1533517" cy="785003"/>
          </a:xfrm>
        </p:spPr>
        <p:txBody>
          <a:bodyPr/>
          <a:lstStyle/>
          <a:p>
            <a:r>
              <a:rPr lang="en-US" sz="3600"/>
              <a:t>Configuring External Sharing</a:t>
            </a:r>
          </a:p>
        </p:txBody>
      </p:sp>
      <p:sp>
        <p:nvSpPr>
          <p:cNvPr id="9" name="Symbol zastępczy tekstu 8">
            <a:extLst>
              <a:ext uri="{FF2B5EF4-FFF2-40B4-BE49-F238E27FC236}">
                <a16:creationId xmlns:a16="http://schemas.microsoft.com/office/drawing/2014/main" id="{12B6E370-EABE-CA30-2460-E29445B44796}"/>
              </a:ext>
            </a:extLst>
          </p:cNvPr>
          <p:cNvSpPr>
            <a:spLocks noGrp="1"/>
          </p:cNvSpPr>
          <p:nvPr>
            <p:ph type="body" sz="quarter" idx="10"/>
          </p:nvPr>
        </p:nvSpPr>
        <p:spPr>
          <a:xfrm>
            <a:off x="415506" y="1195836"/>
            <a:ext cx="3595777" cy="408677"/>
          </a:xfrm>
        </p:spPr>
        <p:txBody>
          <a:bodyPr/>
          <a:lstStyle/>
          <a:p>
            <a:pPr marL="0" indent="0">
              <a:buNone/>
            </a:pPr>
            <a:r>
              <a:rPr lang="pl-PL" err="1"/>
              <a:t>Types</a:t>
            </a:r>
            <a:r>
              <a:rPr lang="pl-PL"/>
              <a:t> of Links</a:t>
            </a:r>
          </a:p>
        </p:txBody>
      </p:sp>
      <p:pic>
        <p:nvPicPr>
          <p:cNvPr id="4" name="Obraz 3">
            <a:extLst>
              <a:ext uri="{FF2B5EF4-FFF2-40B4-BE49-F238E27FC236}">
                <a16:creationId xmlns:a16="http://schemas.microsoft.com/office/drawing/2014/main" id="{FCE0AC68-0D50-2FA8-8751-3FE3FB4A9EC2}"/>
              </a:ext>
            </a:extLst>
          </p:cNvPr>
          <p:cNvPicPr>
            <a:picLocks noChangeAspect="1"/>
          </p:cNvPicPr>
          <p:nvPr/>
        </p:nvPicPr>
        <p:blipFill>
          <a:blip r:embed="rId2"/>
          <a:stretch>
            <a:fillRect/>
          </a:stretch>
        </p:blipFill>
        <p:spPr>
          <a:xfrm>
            <a:off x="415507" y="1858011"/>
            <a:ext cx="5680494" cy="1984751"/>
          </a:xfrm>
          <a:prstGeom prst="rect">
            <a:avLst/>
          </a:prstGeom>
        </p:spPr>
      </p:pic>
    </p:spTree>
    <p:extLst>
      <p:ext uri="{BB962C8B-B14F-4D97-AF65-F5344CB8AC3E}">
        <p14:creationId xmlns:p14="http://schemas.microsoft.com/office/powerpoint/2010/main" val="36344799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1533517" cy="785003"/>
          </a:xfrm>
        </p:spPr>
        <p:txBody>
          <a:bodyPr/>
          <a:lstStyle/>
          <a:p>
            <a:r>
              <a:rPr lang="en-US" sz="3600"/>
              <a:t>Configuring External Sharing</a:t>
            </a:r>
          </a:p>
        </p:txBody>
      </p:sp>
      <p:pic>
        <p:nvPicPr>
          <p:cNvPr id="6" name="Obraz 5">
            <a:extLst>
              <a:ext uri="{FF2B5EF4-FFF2-40B4-BE49-F238E27FC236}">
                <a16:creationId xmlns:a16="http://schemas.microsoft.com/office/drawing/2014/main" id="{ADA8E43A-0710-5852-C9C5-5AF56FC88AD8}"/>
              </a:ext>
            </a:extLst>
          </p:cNvPr>
          <p:cNvPicPr>
            <a:picLocks noChangeAspect="1"/>
          </p:cNvPicPr>
          <p:nvPr/>
        </p:nvPicPr>
        <p:blipFill>
          <a:blip r:embed="rId2"/>
          <a:stretch>
            <a:fillRect/>
          </a:stretch>
        </p:blipFill>
        <p:spPr>
          <a:xfrm>
            <a:off x="1395224" y="915825"/>
            <a:ext cx="8863837" cy="4750304"/>
          </a:xfrm>
          <a:prstGeom prst="rect">
            <a:avLst/>
          </a:prstGeom>
        </p:spPr>
      </p:pic>
    </p:spTree>
    <p:extLst>
      <p:ext uri="{BB962C8B-B14F-4D97-AF65-F5344CB8AC3E}">
        <p14:creationId xmlns:p14="http://schemas.microsoft.com/office/powerpoint/2010/main" val="14728756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1533517" cy="785003"/>
          </a:xfrm>
        </p:spPr>
        <p:txBody>
          <a:bodyPr/>
          <a:lstStyle/>
          <a:p>
            <a:r>
              <a:rPr lang="en-US" sz="3600"/>
              <a:t>Configuring External Sharing</a:t>
            </a:r>
          </a:p>
        </p:txBody>
      </p:sp>
      <p:pic>
        <p:nvPicPr>
          <p:cNvPr id="3" name="Obraz 2">
            <a:extLst>
              <a:ext uri="{FF2B5EF4-FFF2-40B4-BE49-F238E27FC236}">
                <a16:creationId xmlns:a16="http://schemas.microsoft.com/office/drawing/2014/main" id="{7C949390-2E79-4851-C6E8-790E9AA4B26E}"/>
              </a:ext>
            </a:extLst>
          </p:cNvPr>
          <p:cNvPicPr>
            <a:picLocks noChangeAspect="1"/>
          </p:cNvPicPr>
          <p:nvPr/>
        </p:nvPicPr>
        <p:blipFill>
          <a:blip r:embed="rId2"/>
          <a:stretch>
            <a:fillRect/>
          </a:stretch>
        </p:blipFill>
        <p:spPr>
          <a:xfrm>
            <a:off x="776378" y="854294"/>
            <a:ext cx="9549442" cy="5149411"/>
          </a:xfrm>
          <a:prstGeom prst="rect">
            <a:avLst/>
          </a:prstGeom>
        </p:spPr>
      </p:pic>
    </p:spTree>
    <p:extLst>
      <p:ext uri="{BB962C8B-B14F-4D97-AF65-F5344CB8AC3E}">
        <p14:creationId xmlns:p14="http://schemas.microsoft.com/office/powerpoint/2010/main" val="29233324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1533517" cy="785003"/>
          </a:xfrm>
        </p:spPr>
        <p:txBody>
          <a:bodyPr/>
          <a:lstStyle/>
          <a:p>
            <a:r>
              <a:rPr lang="en-US" sz="3600"/>
              <a:t>Configuring External Sharing</a:t>
            </a:r>
          </a:p>
        </p:txBody>
      </p:sp>
      <p:pic>
        <p:nvPicPr>
          <p:cNvPr id="4" name="Obraz 3">
            <a:extLst>
              <a:ext uri="{FF2B5EF4-FFF2-40B4-BE49-F238E27FC236}">
                <a16:creationId xmlns:a16="http://schemas.microsoft.com/office/drawing/2014/main" id="{3707F204-1976-81B8-DC35-9AA8FB36FEFF}"/>
              </a:ext>
            </a:extLst>
          </p:cNvPr>
          <p:cNvPicPr>
            <a:picLocks noChangeAspect="1"/>
          </p:cNvPicPr>
          <p:nvPr/>
        </p:nvPicPr>
        <p:blipFill>
          <a:blip r:embed="rId2"/>
          <a:stretch>
            <a:fillRect/>
          </a:stretch>
        </p:blipFill>
        <p:spPr>
          <a:xfrm>
            <a:off x="1178943" y="945076"/>
            <a:ext cx="9296400" cy="4967847"/>
          </a:xfrm>
          <a:prstGeom prst="rect">
            <a:avLst/>
          </a:prstGeom>
        </p:spPr>
      </p:pic>
    </p:spTree>
    <p:extLst>
      <p:ext uri="{BB962C8B-B14F-4D97-AF65-F5344CB8AC3E}">
        <p14:creationId xmlns:p14="http://schemas.microsoft.com/office/powerpoint/2010/main" val="8287045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1533517" cy="785003"/>
          </a:xfrm>
        </p:spPr>
        <p:txBody>
          <a:bodyPr/>
          <a:lstStyle/>
          <a:p>
            <a:r>
              <a:rPr lang="en-US" sz="3600"/>
              <a:t>Configuring External Sharing</a:t>
            </a:r>
          </a:p>
        </p:txBody>
      </p:sp>
      <p:sp>
        <p:nvSpPr>
          <p:cNvPr id="2" name="pole tekstowe 1">
            <a:extLst>
              <a:ext uri="{FF2B5EF4-FFF2-40B4-BE49-F238E27FC236}">
                <a16:creationId xmlns:a16="http://schemas.microsoft.com/office/drawing/2014/main" id="{029ACFB4-FE07-530E-AA22-9BFBF79D2668}"/>
              </a:ext>
            </a:extLst>
          </p:cNvPr>
          <p:cNvSpPr txBox="1"/>
          <p:nvPr/>
        </p:nvSpPr>
        <p:spPr>
          <a:xfrm>
            <a:off x="294968" y="914400"/>
            <a:ext cx="4896464" cy="369332"/>
          </a:xfrm>
          <a:prstGeom prst="rect">
            <a:avLst/>
          </a:prstGeom>
          <a:noFill/>
        </p:spPr>
        <p:txBody>
          <a:bodyPr wrap="square" rtlCol="0">
            <a:spAutoFit/>
          </a:bodyPr>
          <a:lstStyle/>
          <a:p>
            <a:r>
              <a:rPr lang="pl-PL" err="1"/>
              <a:t>Where</a:t>
            </a:r>
            <a:r>
              <a:rPr lang="pl-PL"/>
              <a:t> </a:t>
            </a:r>
            <a:r>
              <a:rPr lang="pl-PL" err="1"/>
              <a:t>Can</a:t>
            </a:r>
            <a:r>
              <a:rPr lang="pl-PL"/>
              <a:t> We Control </a:t>
            </a:r>
            <a:r>
              <a:rPr lang="pl-PL" err="1"/>
              <a:t>Setting</a:t>
            </a:r>
            <a:r>
              <a:rPr lang="pl-PL"/>
              <a:t> – </a:t>
            </a:r>
            <a:r>
              <a:rPr lang="pl-PL" err="1"/>
              <a:t>tenant</a:t>
            </a:r>
            <a:r>
              <a:rPr lang="pl-PL"/>
              <a:t> </a:t>
            </a:r>
            <a:r>
              <a:rPr lang="pl-PL" err="1"/>
              <a:t>level</a:t>
            </a:r>
            <a:endParaRPr lang="pl-PL"/>
          </a:p>
        </p:txBody>
      </p:sp>
      <p:pic>
        <p:nvPicPr>
          <p:cNvPr id="7" name="Obraz 6">
            <a:extLst>
              <a:ext uri="{FF2B5EF4-FFF2-40B4-BE49-F238E27FC236}">
                <a16:creationId xmlns:a16="http://schemas.microsoft.com/office/drawing/2014/main" id="{A423C982-1C6C-721A-8E0F-18D3FD284E73}"/>
              </a:ext>
            </a:extLst>
          </p:cNvPr>
          <p:cNvPicPr>
            <a:picLocks noChangeAspect="1"/>
          </p:cNvPicPr>
          <p:nvPr/>
        </p:nvPicPr>
        <p:blipFill>
          <a:blip r:embed="rId2"/>
          <a:stretch>
            <a:fillRect/>
          </a:stretch>
        </p:blipFill>
        <p:spPr>
          <a:xfrm>
            <a:off x="2951350" y="1356395"/>
            <a:ext cx="8672052" cy="4705192"/>
          </a:xfrm>
          <a:prstGeom prst="rect">
            <a:avLst/>
          </a:prstGeom>
        </p:spPr>
      </p:pic>
    </p:spTree>
    <p:extLst>
      <p:ext uri="{BB962C8B-B14F-4D97-AF65-F5344CB8AC3E}">
        <p14:creationId xmlns:p14="http://schemas.microsoft.com/office/powerpoint/2010/main" val="19554478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1533517" cy="785003"/>
          </a:xfrm>
        </p:spPr>
        <p:txBody>
          <a:bodyPr/>
          <a:lstStyle/>
          <a:p>
            <a:r>
              <a:rPr lang="en-US" sz="3600"/>
              <a:t>Configuring External Sharing</a:t>
            </a:r>
          </a:p>
        </p:txBody>
      </p:sp>
      <p:sp>
        <p:nvSpPr>
          <p:cNvPr id="2" name="pole tekstowe 1">
            <a:extLst>
              <a:ext uri="{FF2B5EF4-FFF2-40B4-BE49-F238E27FC236}">
                <a16:creationId xmlns:a16="http://schemas.microsoft.com/office/drawing/2014/main" id="{029ACFB4-FE07-530E-AA22-9BFBF79D2668}"/>
              </a:ext>
            </a:extLst>
          </p:cNvPr>
          <p:cNvSpPr txBox="1"/>
          <p:nvPr/>
        </p:nvSpPr>
        <p:spPr>
          <a:xfrm>
            <a:off x="294968" y="914400"/>
            <a:ext cx="4896464" cy="369332"/>
          </a:xfrm>
          <a:prstGeom prst="rect">
            <a:avLst/>
          </a:prstGeom>
          <a:noFill/>
        </p:spPr>
        <p:txBody>
          <a:bodyPr wrap="square" rtlCol="0">
            <a:spAutoFit/>
          </a:bodyPr>
          <a:lstStyle/>
          <a:p>
            <a:r>
              <a:rPr lang="pl-PL" err="1"/>
              <a:t>Where</a:t>
            </a:r>
            <a:r>
              <a:rPr lang="pl-PL"/>
              <a:t> </a:t>
            </a:r>
            <a:r>
              <a:rPr lang="pl-PL" err="1"/>
              <a:t>Can</a:t>
            </a:r>
            <a:r>
              <a:rPr lang="pl-PL"/>
              <a:t> We Control </a:t>
            </a:r>
            <a:r>
              <a:rPr lang="pl-PL" err="1"/>
              <a:t>Setting</a:t>
            </a:r>
            <a:r>
              <a:rPr lang="pl-PL"/>
              <a:t> – </a:t>
            </a:r>
            <a:r>
              <a:rPr lang="pl-PL" err="1"/>
              <a:t>Sharepoint</a:t>
            </a:r>
            <a:r>
              <a:rPr lang="pl-PL"/>
              <a:t> Level</a:t>
            </a:r>
          </a:p>
        </p:txBody>
      </p:sp>
      <p:pic>
        <p:nvPicPr>
          <p:cNvPr id="4" name="Obraz 3">
            <a:extLst>
              <a:ext uri="{FF2B5EF4-FFF2-40B4-BE49-F238E27FC236}">
                <a16:creationId xmlns:a16="http://schemas.microsoft.com/office/drawing/2014/main" id="{9CA96699-3F49-FCA1-8065-CD7D443AEB91}"/>
              </a:ext>
            </a:extLst>
          </p:cNvPr>
          <p:cNvPicPr>
            <a:picLocks noChangeAspect="1"/>
          </p:cNvPicPr>
          <p:nvPr/>
        </p:nvPicPr>
        <p:blipFill>
          <a:blip r:embed="rId2"/>
          <a:stretch>
            <a:fillRect/>
          </a:stretch>
        </p:blipFill>
        <p:spPr>
          <a:xfrm>
            <a:off x="2177968" y="1473610"/>
            <a:ext cx="7049484" cy="4401164"/>
          </a:xfrm>
          <a:prstGeom prst="rect">
            <a:avLst/>
          </a:prstGeom>
        </p:spPr>
      </p:pic>
    </p:spTree>
    <p:extLst>
      <p:ext uri="{BB962C8B-B14F-4D97-AF65-F5344CB8AC3E}">
        <p14:creationId xmlns:p14="http://schemas.microsoft.com/office/powerpoint/2010/main" val="41406406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47DF9-7415-ADDB-BBA0-BECECC388DE8}"/>
            </a:ext>
          </a:extLst>
        </p:cNvPr>
        <p:cNvGrpSpPr/>
        <p:nvPr/>
      </p:nvGrpSpPr>
      <p:grpSpPr>
        <a:xfrm>
          <a:off x="0" y="0"/>
          <a:ext cx="0" cy="0"/>
          <a:chOff x="0" y="0"/>
          <a:chExt cx="0" cy="0"/>
        </a:xfrm>
      </p:grpSpPr>
      <p:sp>
        <p:nvSpPr>
          <p:cNvPr id="3" name="Symbol zastępczy tekstu 2">
            <a:extLst>
              <a:ext uri="{FF2B5EF4-FFF2-40B4-BE49-F238E27FC236}">
                <a16:creationId xmlns:a16="http://schemas.microsoft.com/office/drawing/2014/main" id="{9C44D556-3317-DE6F-C6BB-4BB7AC65EF77}"/>
              </a:ext>
            </a:extLst>
          </p:cNvPr>
          <p:cNvSpPr>
            <a:spLocks noGrp="1"/>
          </p:cNvSpPr>
          <p:nvPr>
            <p:ph type="body" sz="quarter" idx="10"/>
          </p:nvPr>
        </p:nvSpPr>
        <p:spPr>
          <a:xfrm>
            <a:off x="5247292" y="4804207"/>
            <a:ext cx="1179830" cy="914400"/>
          </a:xfrm>
        </p:spPr>
        <p:txBody>
          <a:bodyPr/>
          <a:lstStyle/>
          <a:p>
            <a:pPr marL="0" indent="0">
              <a:buNone/>
            </a:pPr>
            <a:r>
              <a:rPr lang="pl-PL" sz="2800"/>
              <a:t>LAB 03</a:t>
            </a:r>
          </a:p>
        </p:txBody>
      </p:sp>
      <p:pic>
        <p:nvPicPr>
          <p:cNvPr id="5" name="Obraz 4">
            <a:extLst>
              <a:ext uri="{FF2B5EF4-FFF2-40B4-BE49-F238E27FC236}">
                <a16:creationId xmlns:a16="http://schemas.microsoft.com/office/drawing/2014/main" id="{71AA47E0-3D4F-3CF9-408C-B633C663C3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9782" y="1705305"/>
            <a:ext cx="4514850" cy="3009900"/>
          </a:xfrm>
          <a:prstGeom prst="rect">
            <a:avLst/>
          </a:prstGeom>
        </p:spPr>
      </p:pic>
    </p:spTree>
    <p:extLst>
      <p:ext uri="{BB962C8B-B14F-4D97-AF65-F5344CB8AC3E}">
        <p14:creationId xmlns:p14="http://schemas.microsoft.com/office/powerpoint/2010/main" val="203070203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tekstu 2">
            <a:extLst>
              <a:ext uri="{FF2B5EF4-FFF2-40B4-BE49-F238E27FC236}">
                <a16:creationId xmlns:a16="http://schemas.microsoft.com/office/drawing/2014/main" id="{41A6967E-EF9E-D540-750A-56586B652A6A}"/>
              </a:ext>
            </a:extLst>
          </p:cNvPr>
          <p:cNvSpPr>
            <a:spLocks noGrp="1"/>
          </p:cNvSpPr>
          <p:nvPr>
            <p:ph type="body" sz="quarter" idx="10"/>
          </p:nvPr>
        </p:nvSpPr>
        <p:spPr>
          <a:xfrm>
            <a:off x="3443378" y="5152695"/>
            <a:ext cx="5305244" cy="914400"/>
          </a:xfrm>
        </p:spPr>
        <p:txBody>
          <a:bodyPr/>
          <a:lstStyle/>
          <a:p>
            <a:pPr marL="0" indent="0">
              <a:buNone/>
            </a:pPr>
            <a:r>
              <a:rPr lang="en-US" sz="2800"/>
              <a:t>Planning and Configuring Metadata</a:t>
            </a:r>
            <a:endParaRPr lang="pl-PL"/>
          </a:p>
        </p:txBody>
      </p:sp>
      <p:pic>
        <p:nvPicPr>
          <p:cNvPr id="5" name="Obraz 4">
            <a:extLst>
              <a:ext uri="{FF2B5EF4-FFF2-40B4-BE49-F238E27FC236}">
                <a16:creationId xmlns:a16="http://schemas.microsoft.com/office/drawing/2014/main" id="{FF704FE1-8340-9E21-35A5-5A5A7663D1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9782" y="1705305"/>
            <a:ext cx="4514850" cy="3009900"/>
          </a:xfrm>
          <a:prstGeom prst="rect">
            <a:avLst/>
          </a:prstGeom>
        </p:spPr>
      </p:pic>
    </p:spTree>
    <p:extLst>
      <p:ext uri="{BB962C8B-B14F-4D97-AF65-F5344CB8AC3E}">
        <p14:creationId xmlns:p14="http://schemas.microsoft.com/office/powerpoint/2010/main" val="103572795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1533517" cy="785003"/>
          </a:xfrm>
        </p:spPr>
        <p:txBody>
          <a:bodyPr/>
          <a:lstStyle/>
          <a:p>
            <a:r>
              <a:rPr lang="en-US" sz="3600"/>
              <a:t>Planning and Configuring Metadata</a:t>
            </a:r>
          </a:p>
        </p:txBody>
      </p:sp>
      <p:sp>
        <p:nvSpPr>
          <p:cNvPr id="9" name="Symbol zastępczy tekstu 8">
            <a:extLst>
              <a:ext uri="{FF2B5EF4-FFF2-40B4-BE49-F238E27FC236}">
                <a16:creationId xmlns:a16="http://schemas.microsoft.com/office/drawing/2014/main" id="{12B6E370-EABE-CA30-2460-E29445B44796}"/>
              </a:ext>
            </a:extLst>
          </p:cNvPr>
          <p:cNvSpPr>
            <a:spLocks noGrp="1"/>
          </p:cNvSpPr>
          <p:nvPr>
            <p:ph type="body" sz="quarter" idx="10"/>
          </p:nvPr>
        </p:nvSpPr>
        <p:spPr>
          <a:xfrm>
            <a:off x="415506" y="1195836"/>
            <a:ext cx="2858636" cy="436319"/>
          </a:xfrm>
        </p:spPr>
        <p:txBody>
          <a:bodyPr/>
          <a:lstStyle/>
          <a:p>
            <a:pPr marL="0" indent="0">
              <a:buNone/>
            </a:pPr>
            <a:r>
              <a:rPr lang="pl-PL"/>
              <a:t>What is metadata</a:t>
            </a:r>
          </a:p>
        </p:txBody>
      </p:sp>
      <p:sp>
        <p:nvSpPr>
          <p:cNvPr id="3" name="pole tekstowe 2">
            <a:extLst>
              <a:ext uri="{FF2B5EF4-FFF2-40B4-BE49-F238E27FC236}">
                <a16:creationId xmlns:a16="http://schemas.microsoft.com/office/drawing/2014/main" id="{62A8653C-409C-2ED8-0FE9-170AB64E3D4B}"/>
              </a:ext>
            </a:extLst>
          </p:cNvPr>
          <p:cNvSpPr txBox="1"/>
          <p:nvPr/>
        </p:nvSpPr>
        <p:spPr>
          <a:xfrm>
            <a:off x="415505" y="1979477"/>
            <a:ext cx="11658507" cy="1200329"/>
          </a:xfrm>
          <a:prstGeom prst="rect">
            <a:avLst/>
          </a:prstGeom>
          <a:noFill/>
        </p:spPr>
        <p:txBody>
          <a:bodyPr wrap="square">
            <a:spAutoFit/>
          </a:bodyPr>
          <a:lstStyle/>
          <a:p>
            <a:r>
              <a:rPr lang="en-US" b="0" i="0">
                <a:solidFill>
                  <a:srgbClr val="171717"/>
                </a:solidFill>
                <a:effectLst/>
                <a:latin typeface="Segoe UI" panose="020B0502040204020203" pitchFamily="34" charset="0"/>
              </a:rPr>
              <a:t>Metadata is information about information. For example, a book's title and author is metadata. Metadata can be many kinds of information -- a location, a date, or a catalog item number. When you use SharePoint products, you can manage the metadata centrally. You can organize the metadata in a way that makes sense in your business and use the metadata to make it easier to find what you want.</a:t>
            </a:r>
            <a:endParaRPr lang="pl-PL"/>
          </a:p>
        </p:txBody>
      </p:sp>
    </p:spTree>
    <p:extLst>
      <p:ext uri="{BB962C8B-B14F-4D97-AF65-F5344CB8AC3E}">
        <p14:creationId xmlns:p14="http://schemas.microsoft.com/office/powerpoint/2010/main" val="255782124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1533517" cy="785003"/>
          </a:xfrm>
        </p:spPr>
        <p:txBody>
          <a:bodyPr/>
          <a:lstStyle/>
          <a:p>
            <a:r>
              <a:rPr lang="en-US" sz="3600"/>
              <a:t>Planning and Configuring Metadata</a:t>
            </a:r>
          </a:p>
        </p:txBody>
      </p:sp>
      <p:sp>
        <p:nvSpPr>
          <p:cNvPr id="9" name="Symbol zastępczy tekstu 8">
            <a:extLst>
              <a:ext uri="{FF2B5EF4-FFF2-40B4-BE49-F238E27FC236}">
                <a16:creationId xmlns:a16="http://schemas.microsoft.com/office/drawing/2014/main" id="{12B6E370-EABE-CA30-2460-E29445B44796}"/>
              </a:ext>
            </a:extLst>
          </p:cNvPr>
          <p:cNvSpPr>
            <a:spLocks noGrp="1"/>
          </p:cNvSpPr>
          <p:nvPr>
            <p:ph type="body" sz="quarter" idx="10"/>
          </p:nvPr>
        </p:nvSpPr>
        <p:spPr>
          <a:xfrm>
            <a:off x="415506" y="1195836"/>
            <a:ext cx="2858636" cy="436319"/>
          </a:xfrm>
        </p:spPr>
        <p:txBody>
          <a:bodyPr/>
          <a:lstStyle/>
          <a:p>
            <a:pPr marL="0" indent="0">
              <a:buNone/>
            </a:pPr>
            <a:r>
              <a:rPr lang="pl-PL" err="1"/>
              <a:t>Taxonomy</a:t>
            </a:r>
            <a:endParaRPr lang="pl-PL"/>
          </a:p>
        </p:txBody>
      </p:sp>
      <p:sp>
        <p:nvSpPr>
          <p:cNvPr id="3" name="pole tekstowe 2">
            <a:extLst>
              <a:ext uri="{FF2B5EF4-FFF2-40B4-BE49-F238E27FC236}">
                <a16:creationId xmlns:a16="http://schemas.microsoft.com/office/drawing/2014/main" id="{62A8653C-409C-2ED8-0FE9-170AB64E3D4B}"/>
              </a:ext>
            </a:extLst>
          </p:cNvPr>
          <p:cNvSpPr txBox="1"/>
          <p:nvPr/>
        </p:nvSpPr>
        <p:spPr>
          <a:xfrm>
            <a:off x="415505" y="1979477"/>
            <a:ext cx="11658507" cy="3139321"/>
          </a:xfrm>
          <a:prstGeom prst="rect">
            <a:avLst/>
          </a:prstGeom>
          <a:noFill/>
        </p:spPr>
        <p:txBody>
          <a:bodyPr wrap="square">
            <a:spAutoFit/>
          </a:bodyPr>
          <a:lstStyle/>
          <a:p>
            <a:pPr algn="l"/>
            <a:r>
              <a:rPr lang="en-US" b="0" i="0">
                <a:solidFill>
                  <a:srgbClr val="171717"/>
                </a:solidFill>
                <a:effectLst/>
                <a:latin typeface="Segoe UI" panose="020B0502040204020203" pitchFamily="34" charset="0"/>
              </a:rPr>
              <a:t>A taxonomy is a formal classification system. A taxonomy groups the words, labels, and terms that describe something, and then arranges the groups into a hierarchy.</a:t>
            </a:r>
            <a:endParaRPr lang="pl-PL" b="0" i="0">
              <a:solidFill>
                <a:srgbClr val="171717"/>
              </a:solidFill>
              <a:effectLst/>
              <a:latin typeface="Segoe UI" panose="020B0502040204020203" pitchFamily="34" charset="0"/>
            </a:endParaRPr>
          </a:p>
          <a:p>
            <a:pPr algn="l"/>
            <a:endParaRPr lang="en-US" b="0" i="0">
              <a:solidFill>
                <a:srgbClr val="171717"/>
              </a:solidFill>
              <a:effectLst/>
              <a:latin typeface="Segoe UI" panose="020B0502040204020203" pitchFamily="34" charset="0"/>
            </a:endParaRPr>
          </a:p>
          <a:p>
            <a:pPr algn="l"/>
            <a:r>
              <a:rPr lang="en-US" b="0" i="0">
                <a:solidFill>
                  <a:srgbClr val="171717"/>
                </a:solidFill>
                <a:effectLst/>
                <a:latin typeface="Segoe UI" panose="020B0502040204020203" pitchFamily="34" charset="0"/>
              </a:rPr>
              <a:t>People construct taxonomies for almost any kind of information, from biological systems to organizational structures. For example, biologists group living organisms into four major classifications: animal, plant, fungus, and microbe. Each of these major groups has many subdivisions. Together, the whole system is a taxonomy.</a:t>
            </a:r>
            <a:endParaRPr lang="pl-PL" b="0" i="0">
              <a:solidFill>
                <a:srgbClr val="171717"/>
              </a:solidFill>
              <a:effectLst/>
              <a:latin typeface="Segoe UI" panose="020B0502040204020203" pitchFamily="34" charset="0"/>
            </a:endParaRPr>
          </a:p>
          <a:p>
            <a:pPr algn="l"/>
            <a:endParaRPr lang="en-US" b="0" i="0">
              <a:solidFill>
                <a:srgbClr val="171717"/>
              </a:solidFill>
              <a:effectLst/>
              <a:latin typeface="Segoe UI" panose="020B0502040204020203" pitchFamily="34" charset="0"/>
            </a:endParaRPr>
          </a:p>
          <a:p>
            <a:pPr algn="l"/>
            <a:r>
              <a:rPr lang="en-US" b="0" i="0">
                <a:solidFill>
                  <a:srgbClr val="171717"/>
                </a:solidFill>
                <a:effectLst/>
                <a:latin typeface="Segoe UI" panose="020B0502040204020203" pitchFamily="34" charset="0"/>
              </a:rPr>
              <a:t>Organizations create taxonomies in too many ways to list. They create Chart of Accounts taxonomies to manage accounting systems, organization charts and job classifications to manage employees, product catalogs and so on. All these taxonomies are structured hierarchies of information; formal classification systems that help people handle information.</a:t>
            </a:r>
          </a:p>
        </p:txBody>
      </p:sp>
    </p:spTree>
    <p:extLst>
      <p:ext uri="{BB962C8B-B14F-4D97-AF65-F5344CB8AC3E}">
        <p14:creationId xmlns:p14="http://schemas.microsoft.com/office/powerpoint/2010/main" val="187330278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1533517" cy="785003"/>
          </a:xfrm>
        </p:spPr>
        <p:txBody>
          <a:bodyPr/>
          <a:lstStyle/>
          <a:p>
            <a:r>
              <a:rPr lang="en-US" sz="3600"/>
              <a:t>Planning and Configuring Metadata</a:t>
            </a:r>
          </a:p>
        </p:txBody>
      </p:sp>
      <p:sp>
        <p:nvSpPr>
          <p:cNvPr id="9" name="Symbol zastępczy tekstu 8">
            <a:extLst>
              <a:ext uri="{FF2B5EF4-FFF2-40B4-BE49-F238E27FC236}">
                <a16:creationId xmlns:a16="http://schemas.microsoft.com/office/drawing/2014/main" id="{12B6E370-EABE-CA30-2460-E29445B44796}"/>
              </a:ext>
            </a:extLst>
          </p:cNvPr>
          <p:cNvSpPr>
            <a:spLocks noGrp="1"/>
          </p:cNvSpPr>
          <p:nvPr>
            <p:ph type="body" sz="quarter" idx="10"/>
          </p:nvPr>
        </p:nvSpPr>
        <p:spPr>
          <a:xfrm>
            <a:off x="415506" y="1195836"/>
            <a:ext cx="2858636" cy="436319"/>
          </a:xfrm>
        </p:spPr>
        <p:txBody>
          <a:bodyPr/>
          <a:lstStyle/>
          <a:p>
            <a:pPr marL="0" indent="0">
              <a:buNone/>
            </a:pPr>
            <a:r>
              <a:rPr lang="pl-PL" err="1"/>
              <a:t>Folksonomy</a:t>
            </a:r>
            <a:endParaRPr lang="pl-PL"/>
          </a:p>
        </p:txBody>
      </p:sp>
      <p:sp>
        <p:nvSpPr>
          <p:cNvPr id="3" name="pole tekstowe 2">
            <a:extLst>
              <a:ext uri="{FF2B5EF4-FFF2-40B4-BE49-F238E27FC236}">
                <a16:creationId xmlns:a16="http://schemas.microsoft.com/office/drawing/2014/main" id="{62A8653C-409C-2ED8-0FE9-170AB64E3D4B}"/>
              </a:ext>
            </a:extLst>
          </p:cNvPr>
          <p:cNvSpPr txBox="1"/>
          <p:nvPr/>
        </p:nvSpPr>
        <p:spPr>
          <a:xfrm>
            <a:off x="415505" y="1979477"/>
            <a:ext cx="11658507" cy="2585323"/>
          </a:xfrm>
          <a:prstGeom prst="rect">
            <a:avLst/>
          </a:prstGeom>
          <a:noFill/>
        </p:spPr>
        <p:txBody>
          <a:bodyPr wrap="square">
            <a:spAutoFit/>
          </a:bodyPr>
          <a:lstStyle/>
          <a:p>
            <a:pPr algn="l"/>
            <a:r>
              <a:rPr lang="en-US" b="0" i="0">
                <a:solidFill>
                  <a:srgbClr val="171717"/>
                </a:solidFill>
                <a:effectLst/>
                <a:latin typeface="Segoe UI" panose="020B0502040204020203" pitchFamily="34" charset="0"/>
              </a:rPr>
              <a:t>A folksonomy is an informal classification system. It evolves gradually as web site users collaborate on words, labels, and terms on a site. Originally, folksonomies developed from popular applications such as bookmarking.</a:t>
            </a:r>
            <a:endParaRPr lang="pl-PL" b="0" i="0">
              <a:solidFill>
                <a:srgbClr val="171717"/>
              </a:solidFill>
              <a:effectLst/>
              <a:latin typeface="Segoe UI" panose="020B0502040204020203" pitchFamily="34" charset="0"/>
            </a:endParaRPr>
          </a:p>
          <a:p>
            <a:pPr algn="l"/>
            <a:endParaRPr lang="en-US" b="0" i="0">
              <a:solidFill>
                <a:srgbClr val="171717"/>
              </a:solidFill>
              <a:effectLst/>
              <a:latin typeface="Segoe UI" panose="020B0502040204020203" pitchFamily="34" charset="0"/>
            </a:endParaRPr>
          </a:p>
          <a:p>
            <a:pPr algn="l"/>
            <a:r>
              <a:rPr lang="en-US" b="0" i="0">
                <a:solidFill>
                  <a:srgbClr val="171717"/>
                </a:solidFill>
                <a:effectLst/>
                <a:latin typeface="Segoe UI" panose="020B0502040204020203" pitchFamily="34" charset="0"/>
              </a:rPr>
              <a:t>If you have ever seen a tag cloud on a website, then you have seen a visualization of a folksonomy. The following figure shows a tag cloud on a SharePoint site.</a:t>
            </a:r>
            <a:endParaRPr lang="pl-PL" b="0" i="0">
              <a:solidFill>
                <a:srgbClr val="171717"/>
              </a:solidFill>
              <a:effectLst/>
              <a:latin typeface="Segoe UI" panose="020B0502040204020203" pitchFamily="34" charset="0"/>
            </a:endParaRPr>
          </a:p>
          <a:p>
            <a:pPr algn="l"/>
            <a:endParaRPr lang="pl-PL">
              <a:solidFill>
                <a:srgbClr val="171717"/>
              </a:solidFill>
              <a:latin typeface="Segoe UI" panose="020B0502040204020203" pitchFamily="34" charset="0"/>
            </a:endParaRPr>
          </a:p>
          <a:p>
            <a:pPr algn="l"/>
            <a:r>
              <a:rPr lang="en-US" b="0" i="0">
                <a:solidFill>
                  <a:srgbClr val="171717"/>
                </a:solidFill>
                <a:effectLst/>
                <a:latin typeface="Segoe UI" panose="020B0502040204020203" pitchFamily="34" charset="0"/>
              </a:rPr>
              <a:t>A folksonomy-based approach to metadata can be useful. It creates a way to share the knowledge and expertise of site users. By using a folksonomy, content classification can evolve together with changing business needs and user interests.</a:t>
            </a:r>
          </a:p>
        </p:txBody>
      </p:sp>
    </p:spTree>
    <p:extLst>
      <p:ext uri="{BB962C8B-B14F-4D97-AF65-F5344CB8AC3E}">
        <p14:creationId xmlns:p14="http://schemas.microsoft.com/office/powerpoint/2010/main" val="154477279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1533517" cy="785003"/>
          </a:xfrm>
        </p:spPr>
        <p:txBody>
          <a:bodyPr/>
          <a:lstStyle/>
          <a:p>
            <a:r>
              <a:rPr lang="en-US" sz="3600"/>
              <a:t>Planning and Configuring Metadata</a:t>
            </a:r>
          </a:p>
        </p:txBody>
      </p:sp>
      <p:sp>
        <p:nvSpPr>
          <p:cNvPr id="9" name="Symbol zastępczy tekstu 8">
            <a:extLst>
              <a:ext uri="{FF2B5EF4-FFF2-40B4-BE49-F238E27FC236}">
                <a16:creationId xmlns:a16="http://schemas.microsoft.com/office/drawing/2014/main" id="{12B6E370-EABE-CA30-2460-E29445B44796}"/>
              </a:ext>
            </a:extLst>
          </p:cNvPr>
          <p:cNvSpPr>
            <a:spLocks noGrp="1"/>
          </p:cNvSpPr>
          <p:nvPr>
            <p:ph type="body" sz="quarter" idx="10"/>
          </p:nvPr>
        </p:nvSpPr>
        <p:spPr>
          <a:xfrm>
            <a:off x="266746" y="1059854"/>
            <a:ext cx="2858636" cy="436319"/>
          </a:xfrm>
        </p:spPr>
        <p:txBody>
          <a:bodyPr/>
          <a:lstStyle/>
          <a:p>
            <a:pPr marL="0" indent="0">
              <a:buNone/>
            </a:pPr>
            <a:r>
              <a:rPr lang="pl-PL"/>
              <a:t>Term Set</a:t>
            </a:r>
          </a:p>
        </p:txBody>
      </p:sp>
      <p:sp>
        <p:nvSpPr>
          <p:cNvPr id="3" name="pole tekstowe 2">
            <a:extLst>
              <a:ext uri="{FF2B5EF4-FFF2-40B4-BE49-F238E27FC236}">
                <a16:creationId xmlns:a16="http://schemas.microsoft.com/office/drawing/2014/main" id="{62A8653C-409C-2ED8-0FE9-170AB64E3D4B}"/>
              </a:ext>
            </a:extLst>
          </p:cNvPr>
          <p:cNvSpPr txBox="1"/>
          <p:nvPr/>
        </p:nvSpPr>
        <p:spPr>
          <a:xfrm>
            <a:off x="266746" y="1543212"/>
            <a:ext cx="11658507" cy="4524315"/>
          </a:xfrm>
          <a:prstGeom prst="rect">
            <a:avLst/>
          </a:prstGeom>
          <a:noFill/>
        </p:spPr>
        <p:txBody>
          <a:bodyPr wrap="square">
            <a:spAutoFit/>
          </a:bodyPr>
          <a:lstStyle/>
          <a:p>
            <a:pPr algn="l"/>
            <a:r>
              <a:rPr lang="en-US" b="0" i="0">
                <a:solidFill>
                  <a:srgbClr val="171717"/>
                </a:solidFill>
                <a:effectLst/>
                <a:latin typeface="Segoe UI" panose="020B0502040204020203" pitchFamily="34" charset="0"/>
              </a:rPr>
              <a:t>A Term set is a group of related terms.</a:t>
            </a:r>
          </a:p>
          <a:p>
            <a:pPr algn="l"/>
            <a:r>
              <a:rPr lang="en-US" b="0" i="0">
                <a:solidFill>
                  <a:srgbClr val="171717"/>
                </a:solidFill>
                <a:effectLst/>
                <a:latin typeface="Segoe UI" panose="020B0502040204020203" pitchFamily="34" charset="0"/>
              </a:rPr>
              <a:t>Terms sets can have different scope, depending on where you create the term set.</a:t>
            </a:r>
            <a:endParaRPr lang="pl-PL" b="0" i="0">
              <a:solidFill>
                <a:srgbClr val="171717"/>
              </a:solidFill>
              <a:effectLst/>
              <a:latin typeface="Segoe UI" panose="020B0502040204020203" pitchFamily="34" charset="0"/>
            </a:endParaRPr>
          </a:p>
          <a:p>
            <a:pPr algn="l"/>
            <a:endParaRPr lang="en-US" b="0" i="0">
              <a:solidFill>
                <a:srgbClr val="171717"/>
              </a:solidFill>
              <a:effectLst/>
              <a:latin typeface="Segoe UI" panose="020B0502040204020203" pitchFamily="34" charset="0"/>
            </a:endParaRPr>
          </a:p>
          <a:p>
            <a:pPr marL="285750" indent="-285750" algn="l">
              <a:buFont typeface="Arial" panose="020B0604020202020204" pitchFamily="34" charset="0"/>
              <a:buChar char="•"/>
            </a:pPr>
            <a:r>
              <a:rPr lang="en-US" b="1" i="0">
                <a:solidFill>
                  <a:srgbClr val="171717"/>
                </a:solidFill>
                <a:effectLst/>
                <a:latin typeface="Segoe UI" panose="020B0502040204020203" pitchFamily="34" charset="0"/>
              </a:rPr>
              <a:t>Local term sets</a:t>
            </a:r>
            <a:r>
              <a:rPr lang="en-US" b="0" i="0">
                <a:solidFill>
                  <a:srgbClr val="171717"/>
                </a:solidFill>
                <a:effectLst/>
                <a:latin typeface="Segoe UI" panose="020B0502040204020203" pitchFamily="34" charset="0"/>
              </a:rPr>
              <a:t> are created within the context of a site collection, and are available for use (and visible) only to users of that site collection. For example, when you create a term set for a metadata column in a list or library, then the term set is local. It is available only in the site collection that contains this list or library. For example, a media library might have a metadata column that shows the kind of media (diagram, photograph, screenshot, video, etc.). The list of permitted terms is relevant only to this library, and available for use in the library.</a:t>
            </a:r>
            <a:endParaRPr lang="pl-PL" b="0" i="0">
              <a:solidFill>
                <a:srgbClr val="171717"/>
              </a:solidFill>
              <a:effectLst/>
              <a:latin typeface="Segoe UI" panose="020B0502040204020203" pitchFamily="34" charset="0"/>
            </a:endParaRPr>
          </a:p>
          <a:p>
            <a:pPr marL="285750" indent="-285750" algn="l">
              <a:buFont typeface="Arial" panose="020B0604020202020204" pitchFamily="34" charset="0"/>
              <a:buChar char="•"/>
            </a:pPr>
            <a:endParaRPr lang="en-US" b="0" i="0">
              <a:solidFill>
                <a:srgbClr val="171717"/>
              </a:solidFill>
              <a:effectLst/>
              <a:latin typeface="Segoe UI" panose="020B0502040204020203" pitchFamily="34" charset="0"/>
            </a:endParaRPr>
          </a:p>
          <a:p>
            <a:pPr marL="285750" indent="-285750" algn="l">
              <a:buFont typeface="Arial" panose="020B0604020202020204" pitchFamily="34" charset="0"/>
              <a:buChar char="•"/>
            </a:pPr>
            <a:r>
              <a:rPr lang="en-US" b="1" i="0">
                <a:solidFill>
                  <a:srgbClr val="171717"/>
                </a:solidFill>
                <a:effectLst/>
                <a:latin typeface="Segoe UI" panose="020B0502040204020203" pitchFamily="34" charset="0"/>
              </a:rPr>
              <a:t>Global term sets</a:t>
            </a:r>
            <a:r>
              <a:rPr lang="en-US" b="0" i="0">
                <a:solidFill>
                  <a:srgbClr val="171717"/>
                </a:solidFill>
                <a:effectLst/>
                <a:latin typeface="Segoe UI" panose="020B0502040204020203" pitchFamily="34" charset="0"/>
              </a:rPr>
              <a:t> are available for use across all sites that subscribe to a specific Managed Metadata Service application. For example, an organization might create a term set that lists names of business units in the organization, such as Human Resources, Marketing, Information Technology, and so on.</a:t>
            </a:r>
          </a:p>
          <a:p>
            <a:pPr algn="l"/>
            <a:endParaRPr lang="pl-PL" b="0" i="0">
              <a:solidFill>
                <a:srgbClr val="171717"/>
              </a:solidFill>
              <a:effectLst/>
              <a:latin typeface="Segoe UI" panose="020B0502040204020203" pitchFamily="34" charset="0"/>
            </a:endParaRPr>
          </a:p>
          <a:p>
            <a:pPr algn="l"/>
            <a:r>
              <a:rPr lang="en-US" b="0" i="0">
                <a:solidFill>
                  <a:srgbClr val="171717"/>
                </a:solidFill>
                <a:effectLst/>
                <a:latin typeface="Segoe UI" panose="020B0502040204020203" pitchFamily="34" charset="0"/>
              </a:rPr>
              <a:t>In addition, you can configure a term set as closed or open. In a closed term set, users can't add new terms unless they have appropriate permissions. In an open term set, users can add new terms in a column that is mapped to the term set.</a:t>
            </a:r>
          </a:p>
        </p:txBody>
      </p:sp>
    </p:spTree>
    <p:extLst>
      <p:ext uri="{BB962C8B-B14F-4D97-AF65-F5344CB8AC3E}">
        <p14:creationId xmlns:p14="http://schemas.microsoft.com/office/powerpoint/2010/main" val="252237436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1533517" cy="785003"/>
          </a:xfrm>
        </p:spPr>
        <p:txBody>
          <a:bodyPr/>
          <a:lstStyle/>
          <a:p>
            <a:r>
              <a:rPr lang="en-US" sz="3600"/>
              <a:t>Planning and Configuring Metadata</a:t>
            </a:r>
          </a:p>
        </p:txBody>
      </p:sp>
      <p:pic>
        <p:nvPicPr>
          <p:cNvPr id="6" name="Obraz 5">
            <a:extLst>
              <a:ext uri="{FF2B5EF4-FFF2-40B4-BE49-F238E27FC236}">
                <a16:creationId xmlns:a16="http://schemas.microsoft.com/office/drawing/2014/main" id="{773CFBC2-8CDE-A85B-E842-6AE16AD8E758}"/>
              </a:ext>
            </a:extLst>
          </p:cNvPr>
          <p:cNvPicPr>
            <a:picLocks noChangeAspect="1"/>
          </p:cNvPicPr>
          <p:nvPr/>
        </p:nvPicPr>
        <p:blipFill>
          <a:blip r:embed="rId2"/>
          <a:stretch>
            <a:fillRect/>
          </a:stretch>
        </p:blipFill>
        <p:spPr>
          <a:xfrm>
            <a:off x="1030966" y="1553584"/>
            <a:ext cx="8417833" cy="3910264"/>
          </a:xfrm>
          <a:prstGeom prst="rect">
            <a:avLst/>
          </a:prstGeom>
        </p:spPr>
      </p:pic>
    </p:spTree>
    <p:extLst>
      <p:ext uri="{BB962C8B-B14F-4D97-AF65-F5344CB8AC3E}">
        <p14:creationId xmlns:p14="http://schemas.microsoft.com/office/powerpoint/2010/main" val="420730350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BFFAF-CECC-41E8-3E2A-97FA3721A34F}"/>
            </a:ext>
          </a:extLst>
        </p:cNvPr>
        <p:cNvGrpSpPr/>
        <p:nvPr/>
      </p:nvGrpSpPr>
      <p:grpSpPr>
        <a:xfrm>
          <a:off x="0" y="0"/>
          <a:ext cx="0" cy="0"/>
          <a:chOff x="0" y="0"/>
          <a:chExt cx="0" cy="0"/>
        </a:xfrm>
      </p:grpSpPr>
      <p:sp>
        <p:nvSpPr>
          <p:cNvPr id="8" name="Tytuł 7">
            <a:extLst>
              <a:ext uri="{FF2B5EF4-FFF2-40B4-BE49-F238E27FC236}">
                <a16:creationId xmlns:a16="http://schemas.microsoft.com/office/drawing/2014/main" id="{C3F54D41-6296-6667-1225-6020C538B86D}"/>
              </a:ext>
            </a:extLst>
          </p:cNvPr>
          <p:cNvSpPr>
            <a:spLocks noGrp="1"/>
          </p:cNvSpPr>
          <p:nvPr>
            <p:ph type="title"/>
          </p:nvPr>
        </p:nvSpPr>
        <p:spPr>
          <a:xfrm>
            <a:off x="60385" y="293299"/>
            <a:ext cx="11533517" cy="785003"/>
          </a:xfrm>
        </p:spPr>
        <p:txBody>
          <a:bodyPr/>
          <a:lstStyle/>
          <a:p>
            <a:r>
              <a:rPr lang="en-US" sz="3600"/>
              <a:t>Planning and Configuring Metadata</a:t>
            </a:r>
          </a:p>
        </p:txBody>
      </p:sp>
      <p:pic>
        <p:nvPicPr>
          <p:cNvPr id="3" name="Obraz 2">
            <a:extLst>
              <a:ext uri="{FF2B5EF4-FFF2-40B4-BE49-F238E27FC236}">
                <a16:creationId xmlns:a16="http://schemas.microsoft.com/office/drawing/2014/main" id="{A4401A08-FD26-BA5D-1D0D-F62D1102800D}"/>
              </a:ext>
            </a:extLst>
          </p:cNvPr>
          <p:cNvPicPr>
            <a:picLocks noChangeAspect="1"/>
          </p:cNvPicPr>
          <p:nvPr/>
        </p:nvPicPr>
        <p:blipFill>
          <a:blip r:embed="rId2"/>
          <a:stretch>
            <a:fillRect/>
          </a:stretch>
        </p:blipFill>
        <p:spPr>
          <a:xfrm>
            <a:off x="151963" y="1820710"/>
            <a:ext cx="5249008" cy="3629532"/>
          </a:xfrm>
          <a:prstGeom prst="rect">
            <a:avLst/>
          </a:prstGeom>
        </p:spPr>
      </p:pic>
      <p:sp>
        <p:nvSpPr>
          <p:cNvPr id="4" name="Symbol zastępczy tekstu 8">
            <a:extLst>
              <a:ext uri="{FF2B5EF4-FFF2-40B4-BE49-F238E27FC236}">
                <a16:creationId xmlns:a16="http://schemas.microsoft.com/office/drawing/2014/main" id="{9EEFA33B-4163-B85D-7D94-26626CFCFC95}"/>
              </a:ext>
            </a:extLst>
          </p:cNvPr>
          <p:cNvSpPr>
            <a:spLocks noGrp="1"/>
          </p:cNvSpPr>
          <p:nvPr>
            <p:ph type="body" sz="quarter" idx="10"/>
          </p:nvPr>
        </p:nvSpPr>
        <p:spPr>
          <a:xfrm>
            <a:off x="420819" y="971438"/>
            <a:ext cx="2858636" cy="436319"/>
          </a:xfrm>
        </p:spPr>
        <p:txBody>
          <a:bodyPr/>
          <a:lstStyle/>
          <a:p>
            <a:pPr marL="0" indent="0">
              <a:buNone/>
            </a:pPr>
            <a:r>
              <a:rPr lang="pl-PL" sz="2400"/>
              <a:t>Content </a:t>
            </a:r>
            <a:r>
              <a:rPr lang="pl-PL" sz="2400" err="1"/>
              <a:t>Type</a:t>
            </a:r>
            <a:endParaRPr lang="pl-PL" sz="2400"/>
          </a:p>
        </p:txBody>
      </p:sp>
      <p:sp>
        <p:nvSpPr>
          <p:cNvPr id="7" name="pole tekstowe 6">
            <a:extLst>
              <a:ext uri="{FF2B5EF4-FFF2-40B4-BE49-F238E27FC236}">
                <a16:creationId xmlns:a16="http://schemas.microsoft.com/office/drawing/2014/main" id="{80719147-8CAC-CD2A-C161-17033A016A91}"/>
              </a:ext>
            </a:extLst>
          </p:cNvPr>
          <p:cNvSpPr txBox="1"/>
          <p:nvPr/>
        </p:nvSpPr>
        <p:spPr>
          <a:xfrm>
            <a:off x="5400971" y="1407757"/>
            <a:ext cx="6639067" cy="4278094"/>
          </a:xfrm>
          <a:prstGeom prst="rect">
            <a:avLst/>
          </a:prstGeom>
          <a:noFill/>
        </p:spPr>
        <p:txBody>
          <a:bodyPr wrap="square">
            <a:spAutoFit/>
          </a:bodyPr>
          <a:lstStyle/>
          <a:p>
            <a:r>
              <a:rPr lang="en-US" sz="1600" b="0" i="0">
                <a:solidFill>
                  <a:srgbClr val="1E1E1E"/>
                </a:solidFill>
                <a:effectLst/>
                <a:latin typeface="Segoe UI" panose="020B0502040204020203" pitchFamily="34" charset="0"/>
              </a:rPr>
              <a:t>A content type in SharePoint is a reusable collection of templates, </a:t>
            </a:r>
            <a:endParaRPr lang="pl-PL" sz="1600" b="0" i="0">
              <a:solidFill>
                <a:srgbClr val="1E1E1E"/>
              </a:solidFill>
              <a:effectLst/>
              <a:latin typeface="Segoe UI" panose="020B0502040204020203" pitchFamily="34" charset="0"/>
            </a:endParaRPr>
          </a:p>
          <a:p>
            <a:pPr marL="285750" indent="-285750">
              <a:buFont typeface="Arial" panose="020B0604020202020204" pitchFamily="34" charset="0"/>
              <a:buChar char="•"/>
            </a:pPr>
            <a:r>
              <a:rPr lang="en-US" sz="1600" b="0" i="0">
                <a:solidFill>
                  <a:srgbClr val="1E1E1E"/>
                </a:solidFill>
                <a:effectLst/>
                <a:latin typeface="Segoe UI" panose="020B0502040204020203" pitchFamily="34" charset="0"/>
              </a:rPr>
              <a:t>metadata (columns), </a:t>
            </a:r>
            <a:endParaRPr lang="pl-PL" sz="1600" b="0" i="0">
              <a:solidFill>
                <a:srgbClr val="1E1E1E"/>
              </a:solidFill>
              <a:effectLst/>
              <a:latin typeface="Segoe UI" panose="020B0502040204020203" pitchFamily="34" charset="0"/>
            </a:endParaRPr>
          </a:p>
          <a:p>
            <a:pPr marL="285750" indent="-285750">
              <a:buFont typeface="Arial" panose="020B0604020202020204" pitchFamily="34" charset="0"/>
              <a:buChar char="•"/>
            </a:pPr>
            <a:r>
              <a:rPr lang="en-US" sz="1600" b="0" i="0">
                <a:solidFill>
                  <a:srgbClr val="1E1E1E"/>
                </a:solidFill>
                <a:effectLst/>
                <a:latin typeface="Segoe UI" panose="020B0502040204020203" pitchFamily="34" charset="0"/>
              </a:rPr>
              <a:t>workflows, </a:t>
            </a:r>
            <a:endParaRPr lang="pl-PL" sz="1600" b="0" i="0">
              <a:solidFill>
                <a:srgbClr val="1E1E1E"/>
              </a:solidFill>
              <a:effectLst/>
              <a:latin typeface="Segoe UI" panose="020B0502040204020203" pitchFamily="34" charset="0"/>
            </a:endParaRPr>
          </a:p>
          <a:p>
            <a:pPr marL="285750" indent="-285750">
              <a:buFont typeface="Arial" panose="020B0604020202020204" pitchFamily="34" charset="0"/>
              <a:buChar char="•"/>
            </a:pPr>
            <a:r>
              <a:rPr lang="en-US" sz="1600" b="0" i="0">
                <a:solidFill>
                  <a:srgbClr val="1E1E1E"/>
                </a:solidFill>
                <a:effectLst/>
                <a:latin typeface="Segoe UI" panose="020B0502040204020203" pitchFamily="34" charset="0"/>
              </a:rPr>
              <a:t>behavior, </a:t>
            </a:r>
            <a:endParaRPr lang="pl-PL" sz="1600" b="0" i="0">
              <a:solidFill>
                <a:srgbClr val="1E1E1E"/>
              </a:solidFill>
              <a:effectLst/>
              <a:latin typeface="Segoe UI" panose="020B0502040204020203" pitchFamily="34" charset="0"/>
            </a:endParaRPr>
          </a:p>
          <a:p>
            <a:pPr marL="285750" indent="-285750">
              <a:buFont typeface="Arial" panose="020B0604020202020204" pitchFamily="34" charset="0"/>
              <a:buChar char="•"/>
            </a:pPr>
            <a:r>
              <a:rPr lang="en-US" sz="1600" b="0" i="0">
                <a:solidFill>
                  <a:srgbClr val="1E1E1E"/>
                </a:solidFill>
                <a:effectLst/>
                <a:latin typeface="Segoe UI" panose="020B0502040204020203" pitchFamily="34" charset="0"/>
              </a:rPr>
              <a:t>and other settings for a category of items or documents. </a:t>
            </a:r>
            <a:endParaRPr lang="pl-PL" sz="1600" b="0" i="0">
              <a:solidFill>
                <a:srgbClr val="1E1E1E"/>
              </a:solidFill>
              <a:effectLst/>
              <a:latin typeface="Segoe UI" panose="020B0502040204020203" pitchFamily="34" charset="0"/>
            </a:endParaRPr>
          </a:p>
          <a:p>
            <a:endParaRPr lang="pl-PL" sz="1600">
              <a:solidFill>
                <a:srgbClr val="1E1E1E"/>
              </a:solidFill>
              <a:latin typeface="Segoe UI" panose="020B0502040204020203" pitchFamily="34" charset="0"/>
            </a:endParaRPr>
          </a:p>
          <a:p>
            <a:r>
              <a:rPr lang="en-US" sz="1600" b="0" i="0">
                <a:solidFill>
                  <a:srgbClr val="1E1E1E"/>
                </a:solidFill>
                <a:effectLst/>
                <a:latin typeface="Segoe UI" panose="020B0502040204020203" pitchFamily="34" charset="0"/>
              </a:rPr>
              <a:t>A content type pulls together an item and information about the item. </a:t>
            </a:r>
            <a:endParaRPr lang="pl-PL" sz="1600" b="0" i="0">
              <a:solidFill>
                <a:srgbClr val="1E1E1E"/>
              </a:solidFill>
              <a:effectLst/>
              <a:latin typeface="Segoe UI" panose="020B0502040204020203" pitchFamily="34" charset="0"/>
            </a:endParaRPr>
          </a:p>
          <a:p>
            <a:endParaRPr lang="pl-PL" sz="1600">
              <a:solidFill>
                <a:srgbClr val="1E1E1E"/>
              </a:solidFill>
              <a:latin typeface="Segoe UI" panose="020B0502040204020203" pitchFamily="34" charset="0"/>
            </a:endParaRPr>
          </a:p>
          <a:p>
            <a:r>
              <a:rPr lang="en-US" sz="1600" b="0" i="0">
                <a:solidFill>
                  <a:srgbClr val="1E1E1E"/>
                </a:solidFill>
                <a:effectLst/>
                <a:latin typeface="Segoe UI" panose="020B0502040204020203" pitchFamily="34" charset="0"/>
              </a:rPr>
              <a:t>The item might be one of many different kinds of files, a document, an excel workbook, or even a status indicator for a progress report. </a:t>
            </a:r>
            <a:endParaRPr lang="pl-PL" sz="1600" b="0" i="0">
              <a:solidFill>
                <a:srgbClr val="1E1E1E"/>
              </a:solidFill>
              <a:effectLst/>
              <a:latin typeface="Segoe UI" panose="020B0502040204020203" pitchFamily="34" charset="0"/>
            </a:endParaRPr>
          </a:p>
          <a:p>
            <a:endParaRPr lang="pl-PL" sz="1600">
              <a:solidFill>
                <a:srgbClr val="1E1E1E"/>
              </a:solidFill>
              <a:latin typeface="Segoe UI" panose="020B0502040204020203" pitchFamily="34" charset="0"/>
            </a:endParaRPr>
          </a:p>
          <a:p>
            <a:r>
              <a:rPr lang="en-US" sz="1600" b="0" i="0">
                <a:solidFill>
                  <a:srgbClr val="1E1E1E"/>
                </a:solidFill>
                <a:effectLst/>
                <a:latin typeface="Segoe UI" panose="020B0502040204020203" pitchFamily="34" charset="0"/>
              </a:rPr>
              <a:t>It could also be a list or a folder. A content type associates this item with key metadata or other information such as a template or a retention policy. </a:t>
            </a:r>
            <a:endParaRPr lang="pl-PL" sz="1600" b="0" i="0">
              <a:solidFill>
                <a:srgbClr val="1E1E1E"/>
              </a:solidFill>
              <a:effectLst/>
              <a:latin typeface="Segoe UI" panose="020B0502040204020203" pitchFamily="34" charset="0"/>
            </a:endParaRPr>
          </a:p>
          <a:p>
            <a:endParaRPr lang="pl-PL" sz="1600">
              <a:solidFill>
                <a:srgbClr val="1E1E1E"/>
              </a:solidFill>
              <a:latin typeface="Segoe UI" panose="020B0502040204020203" pitchFamily="34" charset="0"/>
            </a:endParaRPr>
          </a:p>
          <a:p>
            <a:r>
              <a:rPr lang="en-US" sz="1600" b="0" i="0">
                <a:solidFill>
                  <a:srgbClr val="1E1E1E"/>
                </a:solidFill>
                <a:effectLst/>
                <a:latin typeface="Segoe UI" panose="020B0502040204020203" pitchFamily="34" charset="0"/>
              </a:rPr>
              <a:t>It allows you to manage the settings for a category of information in a centralized, reusable way.</a:t>
            </a:r>
            <a:endParaRPr lang="pl-PL" sz="1600"/>
          </a:p>
        </p:txBody>
      </p:sp>
    </p:spTree>
    <p:extLst>
      <p:ext uri="{BB962C8B-B14F-4D97-AF65-F5344CB8AC3E}">
        <p14:creationId xmlns:p14="http://schemas.microsoft.com/office/powerpoint/2010/main" val="149260554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A90FF-9018-70CD-F4BC-BA33ED81E5A6}"/>
            </a:ext>
          </a:extLst>
        </p:cNvPr>
        <p:cNvGrpSpPr/>
        <p:nvPr/>
      </p:nvGrpSpPr>
      <p:grpSpPr>
        <a:xfrm>
          <a:off x="0" y="0"/>
          <a:ext cx="0" cy="0"/>
          <a:chOff x="0" y="0"/>
          <a:chExt cx="0" cy="0"/>
        </a:xfrm>
      </p:grpSpPr>
      <p:sp>
        <p:nvSpPr>
          <p:cNvPr id="3" name="Symbol zastępczy tekstu 2">
            <a:extLst>
              <a:ext uri="{FF2B5EF4-FFF2-40B4-BE49-F238E27FC236}">
                <a16:creationId xmlns:a16="http://schemas.microsoft.com/office/drawing/2014/main" id="{BF08C982-BF97-F37B-11B9-F30F398F7410}"/>
              </a:ext>
            </a:extLst>
          </p:cNvPr>
          <p:cNvSpPr>
            <a:spLocks noGrp="1"/>
          </p:cNvSpPr>
          <p:nvPr>
            <p:ph type="body" sz="quarter" idx="10"/>
          </p:nvPr>
        </p:nvSpPr>
        <p:spPr>
          <a:xfrm>
            <a:off x="5247292" y="4804207"/>
            <a:ext cx="1179830" cy="914400"/>
          </a:xfrm>
        </p:spPr>
        <p:txBody>
          <a:bodyPr/>
          <a:lstStyle/>
          <a:p>
            <a:pPr marL="0" indent="0">
              <a:buNone/>
            </a:pPr>
            <a:r>
              <a:rPr lang="pl-PL" sz="2800"/>
              <a:t>LAB 04</a:t>
            </a:r>
          </a:p>
        </p:txBody>
      </p:sp>
      <p:pic>
        <p:nvPicPr>
          <p:cNvPr id="5" name="Obraz 4">
            <a:extLst>
              <a:ext uri="{FF2B5EF4-FFF2-40B4-BE49-F238E27FC236}">
                <a16:creationId xmlns:a16="http://schemas.microsoft.com/office/drawing/2014/main" id="{3C9DF751-D194-A53C-F6C0-FFA924F258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9782" y="1705305"/>
            <a:ext cx="4514850" cy="3009900"/>
          </a:xfrm>
          <a:prstGeom prst="rect">
            <a:avLst/>
          </a:prstGeom>
        </p:spPr>
      </p:pic>
    </p:spTree>
    <p:extLst>
      <p:ext uri="{BB962C8B-B14F-4D97-AF65-F5344CB8AC3E}">
        <p14:creationId xmlns:p14="http://schemas.microsoft.com/office/powerpoint/2010/main" val="377587492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Symbol zastępczy tekstu 2">
            <a:extLst>
              <a:ext uri="{FF2B5EF4-FFF2-40B4-BE49-F238E27FC236}">
                <a16:creationId xmlns:a16="http://schemas.microsoft.com/office/drawing/2014/main" id="{41A6967E-EF9E-D540-750A-56586B652A6A}"/>
              </a:ext>
            </a:extLst>
          </p:cNvPr>
          <p:cNvSpPr>
            <a:spLocks noGrp="1"/>
          </p:cNvSpPr>
          <p:nvPr>
            <p:ph type="body" sz="quarter" idx="10"/>
          </p:nvPr>
        </p:nvSpPr>
        <p:spPr>
          <a:xfrm>
            <a:off x="3443378" y="5152695"/>
            <a:ext cx="5305244" cy="914400"/>
          </a:xfrm>
        </p:spPr>
        <p:txBody>
          <a:bodyPr/>
          <a:lstStyle/>
          <a:p>
            <a:pPr marL="0" indent="0">
              <a:buNone/>
            </a:pPr>
            <a:r>
              <a:rPr lang="en-US" sz="2800"/>
              <a:t>Managing </a:t>
            </a:r>
            <a:r>
              <a:rPr lang="en-US" sz="2800" err="1"/>
              <a:t>Shrepoint</a:t>
            </a:r>
            <a:r>
              <a:rPr lang="en-US" sz="2800"/>
              <a:t> Online Search</a:t>
            </a:r>
            <a:endParaRPr lang="pl-PL"/>
          </a:p>
        </p:txBody>
      </p:sp>
      <p:pic>
        <p:nvPicPr>
          <p:cNvPr id="5" name="Obraz 4">
            <a:extLst>
              <a:ext uri="{FF2B5EF4-FFF2-40B4-BE49-F238E27FC236}">
                <a16:creationId xmlns:a16="http://schemas.microsoft.com/office/drawing/2014/main" id="{FF704FE1-8340-9E21-35A5-5A5A7663D1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9782" y="1705305"/>
            <a:ext cx="4514850" cy="3009900"/>
          </a:xfrm>
          <a:prstGeom prst="rect">
            <a:avLst/>
          </a:prstGeom>
        </p:spPr>
      </p:pic>
    </p:spTree>
    <p:extLst>
      <p:ext uri="{BB962C8B-B14F-4D97-AF65-F5344CB8AC3E}">
        <p14:creationId xmlns:p14="http://schemas.microsoft.com/office/powerpoint/2010/main" val="361200085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1533517" cy="785003"/>
          </a:xfrm>
        </p:spPr>
        <p:txBody>
          <a:bodyPr/>
          <a:lstStyle/>
          <a:p>
            <a:r>
              <a:rPr lang="en-US" sz="3600"/>
              <a:t>Managing </a:t>
            </a:r>
            <a:r>
              <a:rPr lang="en-US" sz="3600" err="1"/>
              <a:t>Shrepoint</a:t>
            </a:r>
            <a:r>
              <a:rPr lang="en-US" sz="3600"/>
              <a:t> Online Search</a:t>
            </a:r>
          </a:p>
        </p:txBody>
      </p:sp>
      <p:sp>
        <p:nvSpPr>
          <p:cNvPr id="9" name="Symbol zastępczy tekstu 8">
            <a:extLst>
              <a:ext uri="{FF2B5EF4-FFF2-40B4-BE49-F238E27FC236}">
                <a16:creationId xmlns:a16="http://schemas.microsoft.com/office/drawing/2014/main" id="{12B6E370-EABE-CA30-2460-E29445B44796}"/>
              </a:ext>
            </a:extLst>
          </p:cNvPr>
          <p:cNvSpPr>
            <a:spLocks noGrp="1"/>
          </p:cNvSpPr>
          <p:nvPr>
            <p:ph type="body" sz="quarter" idx="10"/>
          </p:nvPr>
        </p:nvSpPr>
        <p:spPr>
          <a:xfrm>
            <a:off x="415506" y="1195836"/>
            <a:ext cx="4166326" cy="3943350"/>
          </a:xfrm>
        </p:spPr>
        <p:txBody>
          <a:bodyPr/>
          <a:lstStyle/>
          <a:p>
            <a:r>
              <a:rPr lang="pl-PL" err="1"/>
              <a:t>Search</a:t>
            </a:r>
            <a:r>
              <a:rPr lang="pl-PL"/>
              <a:t> </a:t>
            </a:r>
            <a:r>
              <a:rPr lang="pl-PL" err="1"/>
              <a:t>page</a:t>
            </a:r>
            <a:r>
              <a:rPr lang="pl-PL"/>
              <a:t> in modern SharePoint </a:t>
            </a:r>
            <a:r>
              <a:rPr lang="pl-PL" err="1"/>
              <a:t>sites</a:t>
            </a:r>
            <a:endParaRPr lang="pl-PL"/>
          </a:p>
          <a:p>
            <a:r>
              <a:rPr lang="pl-PL"/>
              <a:t>Zero Query </a:t>
            </a:r>
            <a:r>
              <a:rPr lang="pl-PL" err="1"/>
              <a:t>recommendation</a:t>
            </a:r>
            <a:endParaRPr lang="pl-PL"/>
          </a:p>
          <a:p>
            <a:r>
              <a:rPr lang="pl-PL" err="1"/>
              <a:t>Cannot</a:t>
            </a:r>
            <a:r>
              <a:rPr lang="pl-PL"/>
              <a:t> </a:t>
            </a:r>
            <a:r>
              <a:rPr lang="pl-PL" err="1"/>
              <a:t>customize</a:t>
            </a:r>
            <a:r>
              <a:rPr lang="pl-PL"/>
              <a:t> </a:t>
            </a:r>
            <a:r>
              <a:rPr lang="pl-PL" err="1"/>
              <a:t>refiners</a:t>
            </a:r>
            <a:r>
              <a:rPr lang="pl-PL"/>
              <a:t> </a:t>
            </a:r>
            <a:r>
              <a:rPr lang="pl-PL" err="1"/>
              <a:t>or</a:t>
            </a:r>
            <a:r>
              <a:rPr lang="pl-PL"/>
              <a:t> display </a:t>
            </a:r>
            <a:r>
              <a:rPr lang="pl-PL" err="1"/>
              <a:t>templates</a:t>
            </a:r>
            <a:endParaRPr lang="pl-PL"/>
          </a:p>
        </p:txBody>
      </p:sp>
      <p:pic>
        <p:nvPicPr>
          <p:cNvPr id="3" name="Obraz 2">
            <a:extLst>
              <a:ext uri="{FF2B5EF4-FFF2-40B4-BE49-F238E27FC236}">
                <a16:creationId xmlns:a16="http://schemas.microsoft.com/office/drawing/2014/main" id="{A7510027-78AB-C12E-9C48-4DFEA0931B81}"/>
              </a:ext>
            </a:extLst>
          </p:cNvPr>
          <p:cNvPicPr>
            <a:picLocks noChangeAspect="1"/>
          </p:cNvPicPr>
          <p:nvPr/>
        </p:nvPicPr>
        <p:blipFill>
          <a:blip r:embed="rId2"/>
          <a:stretch>
            <a:fillRect/>
          </a:stretch>
        </p:blipFill>
        <p:spPr>
          <a:xfrm>
            <a:off x="4663754" y="1078302"/>
            <a:ext cx="7467861" cy="3224758"/>
          </a:xfrm>
          <a:prstGeom prst="rect">
            <a:avLst/>
          </a:prstGeom>
        </p:spPr>
      </p:pic>
      <p:pic>
        <p:nvPicPr>
          <p:cNvPr id="5" name="Obraz 4">
            <a:extLst>
              <a:ext uri="{FF2B5EF4-FFF2-40B4-BE49-F238E27FC236}">
                <a16:creationId xmlns:a16="http://schemas.microsoft.com/office/drawing/2014/main" id="{D33F3B9F-9814-6B8A-B67D-61A44D7DBDE6}"/>
              </a:ext>
            </a:extLst>
          </p:cNvPr>
          <p:cNvPicPr>
            <a:picLocks noChangeAspect="1"/>
          </p:cNvPicPr>
          <p:nvPr/>
        </p:nvPicPr>
        <p:blipFill>
          <a:blip r:embed="rId3"/>
          <a:stretch>
            <a:fillRect/>
          </a:stretch>
        </p:blipFill>
        <p:spPr>
          <a:xfrm>
            <a:off x="375851" y="4303060"/>
            <a:ext cx="10902583" cy="2006324"/>
          </a:xfrm>
          <a:prstGeom prst="rect">
            <a:avLst/>
          </a:prstGeom>
        </p:spPr>
      </p:pic>
    </p:spTree>
    <p:extLst>
      <p:ext uri="{BB962C8B-B14F-4D97-AF65-F5344CB8AC3E}">
        <p14:creationId xmlns:p14="http://schemas.microsoft.com/office/powerpoint/2010/main" val="418651019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1533517" cy="785003"/>
          </a:xfrm>
        </p:spPr>
        <p:txBody>
          <a:bodyPr/>
          <a:lstStyle/>
          <a:p>
            <a:r>
              <a:rPr lang="en-US" sz="3600"/>
              <a:t>Managing </a:t>
            </a:r>
            <a:r>
              <a:rPr lang="en-US" sz="3600" err="1"/>
              <a:t>Shrepoint</a:t>
            </a:r>
            <a:r>
              <a:rPr lang="en-US" sz="3600"/>
              <a:t> Online Search</a:t>
            </a:r>
          </a:p>
        </p:txBody>
      </p:sp>
      <p:pic>
        <p:nvPicPr>
          <p:cNvPr id="7" name="Obraz 6">
            <a:extLst>
              <a:ext uri="{FF2B5EF4-FFF2-40B4-BE49-F238E27FC236}">
                <a16:creationId xmlns:a16="http://schemas.microsoft.com/office/drawing/2014/main" id="{8D6E82D1-EFBA-8814-BF0B-4E71667AF6E1}"/>
              </a:ext>
            </a:extLst>
          </p:cNvPr>
          <p:cNvPicPr>
            <a:picLocks noChangeAspect="1"/>
          </p:cNvPicPr>
          <p:nvPr/>
        </p:nvPicPr>
        <p:blipFill>
          <a:blip r:embed="rId2"/>
          <a:stretch>
            <a:fillRect/>
          </a:stretch>
        </p:blipFill>
        <p:spPr>
          <a:xfrm>
            <a:off x="598098" y="1078302"/>
            <a:ext cx="8701548" cy="4712578"/>
          </a:xfrm>
          <a:prstGeom prst="rect">
            <a:avLst/>
          </a:prstGeom>
        </p:spPr>
      </p:pic>
    </p:spTree>
    <p:extLst>
      <p:ext uri="{BB962C8B-B14F-4D97-AF65-F5344CB8AC3E}">
        <p14:creationId xmlns:p14="http://schemas.microsoft.com/office/powerpoint/2010/main" val="395223763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Symbol zastępczy tekstu 2">
            <a:extLst>
              <a:ext uri="{FF2B5EF4-FFF2-40B4-BE49-F238E27FC236}">
                <a16:creationId xmlns:a16="http://schemas.microsoft.com/office/drawing/2014/main" id="{41A6967E-EF9E-D540-750A-56586B652A6A}"/>
              </a:ext>
            </a:extLst>
          </p:cNvPr>
          <p:cNvSpPr>
            <a:spLocks noGrp="1"/>
          </p:cNvSpPr>
          <p:nvPr>
            <p:ph type="body" sz="quarter" idx="10"/>
          </p:nvPr>
        </p:nvSpPr>
        <p:spPr>
          <a:xfrm>
            <a:off x="3443378" y="5152695"/>
            <a:ext cx="5305244" cy="914400"/>
          </a:xfrm>
        </p:spPr>
        <p:txBody>
          <a:bodyPr/>
          <a:lstStyle/>
          <a:p>
            <a:pPr marL="0" indent="0">
              <a:buNone/>
            </a:pPr>
            <a:r>
              <a:rPr lang="en-US" sz="2800"/>
              <a:t>Managing </a:t>
            </a:r>
            <a:r>
              <a:rPr lang="en-US" sz="2800" err="1"/>
              <a:t>Sharepoint</a:t>
            </a:r>
            <a:r>
              <a:rPr lang="en-US" sz="2800"/>
              <a:t> User Profiles</a:t>
            </a:r>
            <a:endParaRPr lang="pl-PL"/>
          </a:p>
        </p:txBody>
      </p:sp>
      <p:pic>
        <p:nvPicPr>
          <p:cNvPr id="5" name="Obraz 4">
            <a:extLst>
              <a:ext uri="{FF2B5EF4-FFF2-40B4-BE49-F238E27FC236}">
                <a16:creationId xmlns:a16="http://schemas.microsoft.com/office/drawing/2014/main" id="{FF704FE1-8340-9E21-35A5-5A5A7663D1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9782" y="1705305"/>
            <a:ext cx="4514850" cy="3009900"/>
          </a:xfrm>
          <a:prstGeom prst="rect">
            <a:avLst/>
          </a:prstGeom>
        </p:spPr>
      </p:pic>
    </p:spTree>
    <p:extLst>
      <p:ext uri="{BB962C8B-B14F-4D97-AF65-F5344CB8AC3E}">
        <p14:creationId xmlns:p14="http://schemas.microsoft.com/office/powerpoint/2010/main" val="155202140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1533517" cy="785003"/>
          </a:xfrm>
        </p:spPr>
        <p:txBody>
          <a:bodyPr/>
          <a:lstStyle/>
          <a:p>
            <a:r>
              <a:rPr lang="en-US" sz="3600"/>
              <a:t>Managing </a:t>
            </a:r>
            <a:r>
              <a:rPr lang="en-US" sz="3600" err="1"/>
              <a:t>Sharepoint</a:t>
            </a:r>
            <a:r>
              <a:rPr lang="en-US" sz="3600"/>
              <a:t> User Profiles</a:t>
            </a:r>
          </a:p>
        </p:txBody>
      </p:sp>
      <p:pic>
        <p:nvPicPr>
          <p:cNvPr id="3" name="Obraz 2">
            <a:extLst>
              <a:ext uri="{FF2B5EF4-FFF2-40B4-BE49-F238E27FC236}">
                <a16:creationId xmlns:a16="http://schemas.microsoft.com/office/drawing/2014/main" id="{17F9CE4D-D531-B0FF-E285-7FB1648CD36C}"/>
              </a:ext>
            </a:extLst>
          </p:cNvPr>
          <p:cNvPicPr>
            <a:picLocks noChangeAspect="1"/>
          </p:cNvPicPr>
          <p:nvPr/>
        </p:nvPicPr>
        <p:blipFill>
          <a:blip r:embed="rId2"/>
          <a:stretch>
            <a:fillRect/>
          </a:stretch>
        </p:blipFill>
        <p:spPr>
          <a:xfrm>
            <a:off x="618795" y="2724315"/>
            <a:ext cx="9145276" cy="2038635"/>
          </a:xfrm>
          <a:prstGeom prst="rect">
            <a:avLst/>
          </a:prstGeom>
        </p:spPr>
      </p:pic>
      <p:sp>
        <p:nvSpPr>
          <p:cNvPr id="5" name="pole tekstowe 4">
            <a:extLst>
              <a:ext uri="{FF2B5EF4-FFF2-40B4-BE49-F238E27FC236}">
                <a16:creationId xmlns:a16="http://schemas.microsoft.com/office/drawing/2014/main" id="{7C3E41EC-4C82-2E34-0A2B-161AB0C51F39}"/>
              </a:ext>
            </a:extLst>
          </p:cNvPr>
          <p:cNvSpPr txBox="1"/>
          <p:nvPr/>
        </p:nvSpPr>
        <p:spPr>
          <a:xfrm>
            <a:off x="284498" y="1397675"/>
            <a:ext cx="10766960" cy="923330"/>
          </a:xfrm>
          <a:prstGeom prst="rect">
            <a:avLst/>
          </a:prstGeom>
          <a:noFill/>
        </p:spPr>
        <p:txBody>
          <a:bodyPr wrap="square">
            <a:spAutoFit/>
          </a:bodyPr>
          <a:lstStyle/>
          <a:p>
            <a:r>
              <a:rPr lang="en-US" b="0" i="0">
                <a:solidFill>
                  <a:srgbClr val="171717"/>
                </a:solidFill>
                <a:effectLst/>
                <a:latin typeface="Segoe UI" panose="020B0502040204020203" pitchFamily="34" charset="0"/>
              </a:rPr>
              <a:t>In Microsoft 365, identity is managed by Azure Active Directory. SharePoint receives this profile information. If you need to store additional info about your users, you can create custom properties in the classic SharePoint admin </a:t>
            </a:r>
            <a:r>
              <a:rPr lang="en-US" b="0" i="0" err="1">
                <a:solidFill>
                  <a:srgbClr val="171717"/>
                </a:solidFill>
                <a:effectLst/>
                <a:latin typeface="Segoe UI" panose="020B0502040204020203" pitchFamily="34" charset="0"/>
              </a:rPr>
              <a:t>cente</a:t>
            </a:r>
            <a:r>
              <a:rPr lang="pl-PL" b="0" i="0">
                <a:solidFill>
                  <a:srgbClr val="171717"/>
                </a:solidFill>
                <a:effectLst/>
                <a:latin typeface="Segoe UI" panose="020B0502040204020203" pitchFamily="34" charset="0"/>
              </a:rPr>
              <a:t>r</a:t>
            </a:r>
            <a:endParaRPr lang="pl-PL"/>
          </a:p>
        </p:txBody>
      </p:sp>
    </p:spTree>
    <p:extLst>
      <p:ext uri="{BB962C8B-B14F-4D97-AF65-F5344CB8AC3E}">
        <p14:creationId xmlns:p14="http://schemas.microsoft.com/office/powerpoint/2010/main" val="215668138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tekstu 2">
            <a:extLst>
              <a:ext uri="{FF2B5EF4-FFF2-40B4-BE49-F238E27FC236}">
                <a16:creationId xmlns:a16="http://schemas.microsoft.com/office/drawing/2014/main" id="{41A6967E-EF9E-D540-750A-56586B652A6A}"/>
              </a:ext>
            </a:extLst>
          </p:cNvPr>
          <p:cNvSpPr>
            <a:spLocks noGrp="1"/>
          </p:cNvSpPr>
          <p:nvPr>
            <p:ph type="body" sz="quarter" idx="10"/>
          </p:nvPr>
        </p:nvSpPr>
        <p:spPr>
          <a:xfrm>
            <a:off x="2391674" y="5152695"/>
            <a:ext cx="7408652" cy="914400"/>
          </a:xfrm>
        </p:spPr>
        <p:txBody>
          <a:bodyPr/>
          <a:lstStyle/>
          <a:p>
            <a:pPr marL="0" indent="0">
              <a:buNone/>
            </a:pPr>
            <a:r>
              <a:rPr lang="en-US" sz="2800"/>
              <a:t>Planning and Configuring Customization and Apps</a:t>
            </a:r>
            <a:endParaRPr lang="pl-PL"/>
          </a:p>
        </p:txBody>
      </p:sp>
      <p:pic>
        <p:nvPicPr>
          <p:cNvPr id="5" name="Obraz 4">
            <a:extLst>
              <a:ext uri="{FF2B5EF4-FFF2-40B4-BE49-F238E27FC236}">
                <a16:creationId xmlns:a16="http://schemas.microsoft.com/office/drawing/2014/main" id="{FF704FE1-8340-9E21-35A5-5A5A7663D1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9782" y="1705305"/>
            <a:ext cx="4514850" cy="3009900"/>
          </a:xfrm>
          <a:prstGeom prst="rect">
            <a:avLst/>
          </a:prstGeom>
        </p:spPr>
      </p:pic>
    </p:spTree>
    <p:extLst>
      <p:ext uri="{BB962C8B-B14F-4D97-AF65-F5344CB8AC3E}">
        <p14:creationId xmlns:p14="http://schemas.microsoft.com/office/powerpoint/2010/main" val="202839084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Symbol zastępczy tekstu 2">
            <a:extLst>
              <a:ext uri="{FF2B5EF4-FFF2-40B4-BE49-F238E27FC236}">
                <a16:creationId xmlns:a16="http://schemas.microsoft.com/office/drawing/2014/main" id="{41A6967E-EF9E-D540-750A-56586B652A6A}"/>
              </a:ext>
            </a:extLst>
          </p:cNvPr>
          <p:cNvSpPr>
            <a:spLocks noGrp="1"/>
          </p:cNvSpPr>
          <p:nvPr>
            <p:ph type="body" sz="quarter" idx="10"/>
          </p:nvPr>
        </p:nvSpPr>
        <p:spPr>
          <a:xfrm>
            <a:off x="2391674" y="5152695"/>
            <a:ext cx="7408652" cy="914400"/>
          </a:xfrm>
        </p:spPr>
        <p:txBody>
          <a:bodyPr/>
          <a:lstStyle/>
          <a:p>
            <a:pPr marL="0" indent="0">
              <a:buNone/>
            </a:pPr>
            <a:r>
              <a:rPr lang="en-US" sz="2800"/>
              <a:t>Planning and Configuring Customization and Apps</a:t>
            </a:r>
            <a:endParaRPr lang="pl-PL"/>
          </a:p>
        </p:txBody>
      </p:sp>
      <p:pic>
        <p:nvPicPr>
          <p:cNvPr id="5" name="Obraz 4">
            <a:extLst>
              <a:ext uri="{FF2B5EF4-FFF2-40B4-BE49-F238E27FC236}">
                <a16:creationId xmlns:a16="http://schemas.microsoft.com/office/drawing/2014/main" id="{FF704FE1-8340-9E21-35A5-5A5A7663D1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9782" y="1705305"/>
            <a:ext cx="4514850" cy="3009900"/>
          </a:xfrm>
          <a:prstGeom prst="rect">
            <a:avLst/>
          </a:prstGeom>
        </p:spPr>
      </p:pic>
    </p:spTree>
    <p:extLst>
      <p:ext uri="{BB962C8B-B14F-4D97-AF65-F5344CB8AC3E}">
        <p14:creationId xmlns:p14="http://schemas.microsoft.com/office/powerpoint/2010/main" val="428454334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1533517" cy="785003"/>
          </a:xfrm>
        </p:spPr>
        <p:txBody>
          <a:bodyPr/>
          <a:lstStyle/>
          <a:p>
            <a:r>
              <a:rPr lang="en-US" sz="3600"/>
              <a:t>Planning and Configuring Customization and Apps</a:t>
            </a:r>
          </a:p>
        </p:txBody>
      </p:sp>
      <p:sp>
        <p:nvSpPr>
          <p:cNvPr id="9" name="Symbol zastępczy tekstu 8">
            <a:extLst>
              <a:ext uri="{FF2B5EF4-FFF2-40B4-BE49-F238E27FC236}">
                <a16:creationId xmlns:a16="http://schemas.microsoft.com/office/drawing/2014/main" id="{12B6E370-EABE-CA30-2460-E29445B44796}"/>
              </a:ext>
            </a:extLst>
          </p:cNvPr>
          <p:cNvSpPr>
            <a:spLocks noGrp="1"/>
          </p:cNvSpPr>
          <p:nvPr>
            <p:ph type="body" sz="quarter" idx="10"/>
          </p:nvPr>
        </p:nvSpPr>
        <p:spPr>
          <a:xfrm>
            <a:off x="398971" y="1583434"/>
            <a:ext cx="11533517" cy="1469726"/>
          </a:xfrm>
        </p:spPr>
        <p:txBody>
          <a:bodyPr/>
          <a:lstStyle/>
          <a:p>
            <a:pPr marL="0" indent="0">
              <a:buNone/>
            </a:pPr>
            <a:r>
              <a:rPr lang="en-US" sz="1800" b="0" i="0">
                <a:solidFill>
                  <a:srgbClr val="171717"/>
                </a:solidFill>
                <a:effectLst/>
                <a:latin typeface="Segoe UI" panose="020B0502040204020203" pitchFamily="34" charset="0"/>
              </a:rPr>
              <a:t>In earlier versions of SharePoint, it was possible to make changes to a SharePoint environment by deploying custom code that would run in the physical SharePoint server environment. Changes made to SharePoint that didn't require the deployment of custom code were referred to as "customizations", because the changes were not fundamentally changing the product's functioning but were rather configuring the existing product in a unique way</a:t>
            </a:r>
            <a:endParaRPr lang="pl-PL" sz="1800"/>
          </a:p>
        </p:txBody>
      </p:sp>
      <p:sp>
        <p:nvSpPr>
          <p:cNvPr id="3" name="pole tekstowe 2">
            <a:extLst>
              <a:ext uri="{FF2B5EF4-FFF2-40B4-BE49-F238E27FC236}">
                <a16:creationId xmlns:a16="http://schemas.microsoft.com/office/drawing/2014/main" id="{E0D19616-CF6F-BE79-4CE0-52BC40399947}"/>
              </a:ext>
            </a:extLst>
          </p:cNvPr>
          <p:cNvSpPr txBox="1"/>
          <p:nvPr/>
        </p:nvSpPr>
        <p:spPr>
          <a:xfrm>
            <a:off x="398971" y="3429000"/>
            <a:ext cx="11125919" cy="923330"/>
          </a:xfrm>
          <a:prstGeom prst="rect">
            <a:avLst/>
          </a:prstGeom>
          <a:noFill/>
        </p:spPr>
        <p:txBody>
          <a:bodyPr wrap="square">
            <a:spAutoFit/>
          </a:bodyPr>
          <a:lstStyle/>
          <a:p>
            <a:r>
              <a:rPr lang="en-US" b="0" i="0">
                <a:solidFill>
                  <a:srgbClr val="171717"/>
                </a:solidFill>
                <a:effectLst/>
                <a:latin typeface="Segoe UI" panose="020B0502040204020203" pitchFamily="34" charset="0"/>
              </a:rPr>
              <a:t>Because of the shared nature of the SharePoint infrastructure, Microsoft does not allow the deployment of custom code to its environment. As a result, the concept of customizing SharePoint as opposed to deploying custom code is no longer a relevant paradigm. </a:t>
            </a:r>
            <a:endParaRPr lang="pl-PL"/>
          </a:p>
        </p:txBody>
      </p:sp>
    </p:spTree>
    <p:extLst>
      <p:ext uri="{BB962C8B-B14F-4D97-AF65-F5344CB8AC3E}">
        <p14:creationId xmlns:p14="http://schemas.microsoft.com/office/powerpoint/2010/main" val="355483931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1533517" cy="785003"/>
          </a:xfrm>
        </p:spPr>
        <p:txBody>
          <a:bodyPr/>
          <a:lstStyle/>
          <a:p>
            <a:r>
              <a:rPr lang="en-US" sz="3600"/>
              <a:t>Planning and Configuring Customization and Apps</a:t>
            </a:r>
          </a:p>
        </p:txBody>
      </p:sp>
      <p:sp>
        <p:nvSpPr>
          <p:cNvPr id="4" name="Symbol zastępczy tekstu 3">
            <a:extLst>
              <a:ext uri="{FF2B5EF4-FFF2-40B4-BE49-F238E27FC236}">
                <a16:creationId xmlns:a16="http://schemas.microsoft.com/office/drawing/2014/main" id="{9162108F-697A-E0D8-3858-F24EE661858E}"/>
              </a:ext>
            </a:extLst>
          </p:cNvPr>
          <p:cNvSpPr>
            <a:spLocks noGrp="1"/>
          </p:cNvSpPr>
          <p:nvPr>
            <p:ph type="body" sz="quarter" idx="10"/>
          </p:nvPr>
        </p:nvSpPr>
        <p:spPr>
          <a:xfrm>
            <a:off x="475891" y="1457325"/>
            <a:ext cx="10246743" cy="3442479"/>
          </a:xfrm>
        </p:spPr>
        <p:txBody>
          <a:bodyPr/>
          <a:lstStyle/>
          <a:p>
            <a:r>
              <a:rPr lang="pl-PL" sz="1800" err="1"/>
              <a:t>Branding</a:t>
            </a:r>
            <a:endParaRPr lang="pl-PL" sz="1800"/>
          </a:p>
          <a:p>
            <a:r>
              <a:rPr lang="pl-PL" sz="1800" err="1"/>
              <a:t>Navigation</a:t>
            </a:r>
            <a:endParaRPr lang="pl-PL" sz="1800"/>
          </a:p>
          <a:p>
            <a:r>
              <a:rPr lang="pl-PL" sz="1800" err="1"/>
              <a:t>Page</a:t>
            </a:r>
            <a:r>
              <a:rPr lang="pl-PL" sz="1800"/>
              <a:t> Content</a:t>
            </a:r>
          </a:p>
          <a:p>
            <a:r>
              <a:rPr lang="pl-PL" sz="1800" err="1"/>
              <a:t>Workflows</a:t>
            </a:r>
            <a:endParaRPr lang="pl-PL" sz="1800"/>
          </a:p>
          <a:p>
            <a:r>
              <a:rPr lang="pl-PL" sz="1800" err="1"/>
              <a:t>Forms</a:t>
            </a:r>
            <a:endParaRPr lang="pl-PL" sz="1800"/>
          </a:p>
          <a:p>
            <a:r>
              <a:rPr lang="pl-PL" sz="1800" err="1"/>
              <a:t>Customize</a:t>
            </a:r>
            <a:r>
              <a:rPr lang="pl-PL" sz="1800"/>
              <a:t> </a:t>
            </a:r>
            <a:r>
              <a:rPr lang="pl-PL" sz="1800" err="1"/>
              <a:t>your</a:t>
            </a:r>
            <a:r>
              <a:rPr lang="pl-PL" sz="1800"/>
              <a:t> </a:t>
            </a:r>
            <a:r>
              <a:rPr lang="pl-PL" sz="1800" err="1"/>
              <a:t>Sharepoint</a:t>
            </a:r>
            <a:r>
              <a:rPr lang="pl-PL" sz="1800"/>
              <a:t> </a:t>
            </a:r>
            <a:r>
              <a:rPr lang="pl-PL" sz="1800" err="1"/>
              <a:t>site</a:t>
            </a:r>
            <a:r>
              <a:rPr lang="pl-PL" sz="1800"/>
              <a:t> </a:t>
            </a:r>
            <a:r>
              <a:rPr lang="pl-PL" sz="1800" err="1"/>
              <a:t>programmatically</a:t>
            </a:r>
            <a:endParaRPr lang="pl-PL" sz="1800"/>
          </a:p>
          <a:p>
            <a:r>
              <a:rPr lang="pl-PL" sz="1800" err="1"/>
              <a:t>Use</a:t>
            </a:r>
            <a:r>
              <a:rPr lang="pl-PL" sz="1800"/>
              <a:t> third-party </a:t>
            </a:r>
            <a:r>
              <a:rPr lang="pl-PL" sz="1800" err="1"/>
              <a:t>apps</a:t>
            </a:r>
            <a:r>
              <a:rPr lang="pl-PL" sz="1800"/>
              <a:t> and </a:t>
            </a:r>
            <a:r>
              <a:rPr lang="pl-PL" sz="1800" err="1"/>
              <a:t>solutions</a:t>
            </a:r>
            <a:endParaRPr lang="pl-PL" sz="1800"/>
          </a:p>
        </p:txBody>
      </p:sp>
    </p:spTree>
    <p:extLst>
      <p:ext uri="{BB962C8B-B14F-4D97-AF65-F5344CB8AC3E}">
        <p14:creationId xmlns:p14="http://schemas.microsoft.com/office/powerpoint/2010/main" val="391538407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1533517" cy="785003"/>
          </a:xfrm>
        </p:spPr>
        <p:txBody>
          <a:bodyPr/>
          <a:lstStyle/>
          <a:p>
            <a:r>
              <a:rPr lang="en-US" sz="3600"/>
              <a:t>Planning and Configuring Customization and Apps</a:t>
            </a:r>
          </a:p>
        </p:txBody>
      </p:sp>
      <p:sp>
        <p:nvSpPr>
          <p:cNvPr id="3" name="Symbol zastępczy tekstu 2">
            <a:extLst>
              <a:ext uri="{FF2B5EF4-FFF2-40B4-BE49-F238E27FC236}">
                <a16:creationId xmlns:a16="http://schemas.microsoft.com/office/drawing/2014/main" id="{C269BD6E-1532-5970-9F32-24A77C62EC84}"/>
              </a:ext>
            </a:extLst>
          </p:cNvPr>
          <p:cNvSpPr>
            <a:spLocks noGrp="1"/>
          </p:cNvSpPr>
          <p:nvPr>
            <p:ph type="body" sz="quarter" idx="10"/>
          </p:nvPr>
        </p:nvSpPr>
        <p:spPr>
          <a:xfrm>
            <a:off x="260230" y="1078302"/>
            <a:ext cx="4812513" cy="443182"/>
          </a:xfrm>
        </p:spPr>
        <p:txBody>
          <a:bodyPr/>
          <a:lstStyle/>
          <a:p>
            <a:pPr marL="0" indent="0">
              <a:buNone/>
            </a:pPr>
            <a:r>
              <a:rPr lang="pl-PL" err="1"/>
              <a:t>Workflow</a:t>
            </a:r>
            <a:r>
              <a:rPr lang="pl-PL"/>
              <a:t> – Power </a:t>
            </a:r>
            <a:r>
              <a:rPr lang="pl-PL" err="1"/>
              <a:t>Automate</a:t>
            </a:r>
            <a:endParaRPr lang="pl-PL"/>
          </a:p>
        </p:txBody>
      </p:sp>
      <p:pic>
        <p:nvPicPr>
          <p:cNvPr id="6" name="Obraz 5">
            <a:extLst>
              <a:ext uri="{FF2B5EF4-FFF2-40B4-BE49-F238E27FC236}">
                <a16:creationId xmlns:a16="http://schemas.microsoft.com/office/drawing/2014/main" id="{D9676186-78CE-AB0F-1DCE-789479D6EEF8}"/>
              </a:ext>
            </a:extLst>
          </p:cNvPr>
          <p:cNvPicPr>
            <a:picLocks noChangeAspect="1"/>
          </p:cNvPicPr>
          <p:nvPr/>
        </p:nvPicPr>
        <p:blipFill>
          <a:blip r:embed="rId2"/>
          <a:stretch>
            <a:fillRect/>
          </a:stretch>
        </p:blipFill>
        <p:spPr>
          <a:xfrm>
            <a:off x="260230" y="1804138"/>
            <a:ext cx="11231592" cy="3810273"/>
          </a:xfrm>
          <a:prstGeom prst="rect">
            <a:avLst/>
          </a:prstGeom>
        </p:spPr>
      </p:pic>
    </p:spTree>
    <p:extLst>
      <p:ext uri="{BB962C8B-B14F-4D97-AF65-F5344CB8AC3E}">
        <p14:creationId xmlns:p14="http://schemas.microsoft.com/office/powerpoint/2010/main" val="333674839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1533517" cy="785003"/>
          </a:xfrm>
        </p:spPr>
        <p:txBody>
          <a:bodyPr/>
          <a:lstStyle/>
          <a:p>
            <a:r>
              <a:rPr lang="en-US" sz="3600"/>
              <a:t>Planning and Configuring Customization and Apps</a:t>
            </a:r>
          </a:p>
        </p:txBody>
      </p:sp>
      <p:sp>
        <p:nvSpPr>
          <p:cNvPr id="3" name="Symbol zastępczy tekstu 2">
            <a:extLst>
              <a:ext uri="{FF2B5EF4-FFF2-40B4-BE49-F238E27FC236}">
                <a16:creationId xmlns:a16="http://schemas.microsoft.com/office/drawing/2014/main" id="{C269BD6E-1532-5970-9F32-24A77C62EC84}"/>
              </a:ext>
            </a:extLst>
          </p:cNvPr>
          <p:cNvSpPr>
            <a:spLocks noGrp="1"/>
          </p:cNvSpPr>
          <p:nvPr>
            <p:ph type="body" sz="quarter" idx="10"/>
          </p:nvPr>
        </p:nvSpPr>
        <p:spPr>
          <a:xfrm>
            <a:off x="260230" y="1078302"/>
            <a:ext cx="4812513" cy="443182"/>
          </a:xfrm>
        </p:spPr>
        <p:txBody>
          <a:bodyPr/>
          <a:lstStyle/>
          <a:p>
            <a:pPr marL="0" indent="0">
              <a:buNone/>
            </a:pPr>
            <a:r>
              <a:rPr lang="pl-PL" err="1"/>
              <a:t>Workflow</a:t>
            </a:r>
            <a:r>
              <a:rPr lang="pl-PL"/>
              <a:t> – Power </a:t>
            </a:r>
            <a:r>
              <a:rPr lang="pl-PL" err="1"/>
              <a:t>Automate</a:t>
            </a:r>
            <a:endParaRPr lang="pl-PL"/>
          </a:p>
        </p:txBody>
      </p:sp>
      <p:pic>
        <p:nvPicPr>
          <p:cNvPr id="4" name="Obraz 3">
            <a:extLst>
              <a:ext uri="{FF2B5EF4-FFF2-40B4-BE49-F238E27FC236}">
                <a16:creationId xmlns:a16="http://schemas.microsoft.com/office/drawing/2014/main" id="{1A992513-A85B-4DA5-FAB0-3534189BEDC2}"/>
              </a:ext>
            </a:extLst>
          </p:cNvPr>
          <p:cNvPicPr>
            <a:picLocks noChangeAspect="1"/>
          </p:cNvPicPr>
          <p:nvPr/>
        </p:nvPicPr>
        <p:blipFill>
          <a:blip r:embed="rId2"/>
          <a:stretch>
            <a:fillRect/>
          </a:stretch>
        </p:blipFill>
        <p:spPr>
          <a:xfrm>
            <a:off x="211966" y="1678248"/>
            <a:ext cx="11768068" cy="391123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426209665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1533517" cy="785003"/>
          </a:xfrm>
        </p:spPr>
        <p:txBody>
          <a:bodyPr/>
          <a:lstStyle/>
          <a:p>
            <a:r>
              <a:rPr lang="en-US" sz="3600"/>
              <a:t>Planning and Configuring Customization and Apps</a:t>
            </a:r>
          </a:p>
        </p:txBody>
      </p:sp>
      <p:sp>
        <p:nvSpPr>
          <p:cNvPr id="3" name="Symbol zastępczy tekstu 2">
            <a:extLst>
              <a:ext uri="{FF2B5EF4-FFF2-40B4-BE49-F238E27FC236}">
                <a16:creationId xmlns:a16="http://schemas.microsoft.com/office/drawing/2014/main" id="{C269BD6E-1532-5970-9F32-24A77C62EC84}"/>
              </a:ext>
            </a:extLst>
          </p:cNvPr>
          <p:cNvSpPr>
            <a:spLocks noGrp="1"/>
          </p:cNvSpPr>
          <p:nvPr>
            <p:ph type="body" sz="quarter" idx="10"/>
          </p:nvPr>
        </p:nvSpPr>
        <p:spPr>
          <a:xfrm>
            <a:off x="260230" y="1078302"/>
            <a:ext cx="4812513" cy="443182"/>
          </a:xfrm>
        </p:spPr>
        <p:txBody>
          <a:bodyPr/>
          <a:lstStyle/>
          <a:p>
            <a:pPr marL="0" indent="0">
              <a:buNone/>
            </a:pPr>
            <a:r>
              <a:rPr lang="pl-PL" err="1"/>
              <a:t>Workflow</a:t>
            </a:r>
            <a:r>
              <a:rPr lang="pl-PL"/>
              <a:t> – Power </a:t>
            </a:r>
            <a:r>
              <a:rPr lang="pl-PL" err="1"/>
              <a:t>Automate</a:t>
            </a:r>
            <a:endParaRPr lang="pl-PL"/>
          </a:p>
        </p:txBody>
      </p:sp>
      <p:pic>
        <p:nvPicPr>
          <p:cNvPr id="5" name="Obraz 4">
            <a:extLst>
              <a:ext uri="{FF2B5EF4-FFF2-40B4-BE49-F238E27FC236}">
                <a16:creationId xmlns:a16="http://schemas.microsoft.com/office/drawing/2014/main" id="{768F6693-DC1E-0A19-466F-F25D01CE5BBA}"/>
              </a:ext>
            </a:extLst>
          </p:cNvPr>
          <p:cNvPicPr>
            <a:picLocks noChangeAspect="1"/>
          </p:cNvPicPr>
          <p:nvPr/>
        </p:nvPicPr>
        <p:blipFill>
          <a:blip r:embed="rId2"/>
          <a:stretch>
            <a:fillRect/>
          </a:stretch>
        </p:blipFill>
        <p:spPr>
          <a:xfrm>
            <a:off x="6660136" y="805543"/>
            <a:ext cx="3600824" cy="5246914"/>
          </a:xfrm>
          <a:prstGeom prst="rect">
            <a:avLst/>
          </a:prstGeom>
        </p:spPr>
      </p:pic>
      <p:sp>
        <p:nvSpPr>
          <p:cNvPr id="7" name="pole tekstowe 6">
            <a:extLst>
              <a:ext uri="{FF2B5EF4-FFF2-40B4-BE49-F238E27FC236}">
                <a16:creationId xmlns:a16="http://schemas.microsoft.com/office/drawing/2014/main" id="{B17B8C6A-911B-BFD4-6FE6-2F93386A3AB9}"/>
              </a:ext>
            </a:extLst>
          </p:cNvPr>
          <p:cNvSpPr txBox="1"/>
          <p:nvPr/>
        </p:nvSpPr>
        <p:spPr>
          <a:xfrm>
            <a:off x="493380" y="2413337"/>
            <a:ext cx="6166756" cy="2031325"/>
          </a:xfrm>
          <a:prstGeom prst="rect">
            <a:avLst/>
          </a:prstGeom>
          <a:noFill/>
        </p:spPr>
        <p:txBody>
          <a:bodyPr wrap="square">
            <a:spAutoFit/>
          </a:bodyPr>
          <a:lstStyle/>
          <a:p>
            <a:r>
              <a:rPr lang="en-US" b="0" i="0">
                <a:solidFill>
                  <a:srgbClr val="161616"/>
                </a:solidFill>
                <a:effectLst/>
                <a:latin typeface="Segoe UI" panose="020B0502040204020203" pitchFamily="34" charset="0"/>
              </a:rPr>
              <a:t>Power Automate allows you to optimize your business processes across your organization and automate repetitive tasks. </a:t>
            </a:r>
            <a:endParaRPr lang="pl-PL" b="0" i="0">
              <a:solidFill>
                <a:srgbClr val="161616"/>
              </a:solidFill>
              <a:effectLst/>
              <a:latin typeface="Segoe UI" panose="020B0502040204020203" pitchFamily="34" charset="0"/>
            </a:endParaRPr>
          </a:p>
          <a:p>
            <a:endParaRPr lang="pl-PL">
              <a:solidFill>
                <a:srgbClr val="161616"/>
              </a:solidFill>
              <a:latin typeface="Segoe UI" panose="020B0502040204020203" pitchFamily="34" charset="0"/>
            </a:endParaRPr>
          </a:p>
          <a:p>
            <a:r>
              <a:rPr lang="en-US" b="0" i="0">
                <a:solidFill>
                  <a:srgbClr val="161616"/>
                </a:solidFill>
                <a:effectLst/>
                <a:latin typeface="Segoe UI" panose="020B0502040204020203" pitchFamily="34" charset="0"/>
              </a:rPr>
              <a:t>This service helps you create automated workflows between your favorite apps and services to synchronize files, get notifications, collect data, and more</a:t>
            </a:r>
            <a:endParaRPr lang="pl-PL"/>
          </a:p>
        </p:txBody>
      </p:sp>
    </p:spTree>
    <p:extLst>
      <p:ext uri="{BB962C8B-B14F-4D97-AF65-F5344CB8AC3E}">
        <p14:creationId xmlns:p14="http://schemas.microsoft.com/office/powerpoint/2010/main" val="249432317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1533517" cy="785003"/>
          </a:xfrm>
        </p:spPr>
        <p:txBody>
          <a:bodyPr/>
          <a:lstStyle/>
          <a:p>
            <a:r>
              <a:rPr lang="en-US" sz="3600"/>
              <a:t>Planning and Configuring Customization and Apps</a:t>
            </a:r>
          </a:p>
        </p:txBody>
      </p:sp>
      <p:sp>
        <p:nvSpPr>
          <p:cNvPr id="3" name="Symbol zastępczy tekstu 2">
            <a:extLst>
              <a:ext uri="{FF2B5EF4-FFF2-40B4-BE49-F238E27FC236}">
                <a16:creationId xmlns:a16="http://schemas.microsoft.com/office/drawing/2014/main" id="{C269BD6E-1532-5970-9F32-24A77C62EC84}"/>
              </a:ext>
            </a:extLst>
          </p:cNvPr>
          <p:cNvSpPr>
            <a:spLocks noGrp="1"/>
          </p:cNvSpPr>
          <p:nvPr>
            <p:ph type="body" sz="quarter" idx="10"/>
          </p:nvPr>
        </p:nvSpPr>
        <p:spPr>
          <a:xfrm>
            <a:off x="260230" y="1078302"/>
            <a:ext cx="2500223" cy="443182"/>
          </a:xfrm>
        </p:spPr>
        <p:txBody>
          <a:bodyPr/>
          <a:lstStyle/>
          <a:p>
            <a:pPr marL="0" indent="0">
              <a:buNone/>
            </a:pPr>
            <a:r>
              <a:rPr lang="pl-PL"/>
              <a:t>Power </a:t>
            </a:r>
            <a:r>
              <a:rPr lang="pl-PL" err="1"/>
              <a:t>Apps</a:t>
            </a:r>
            <a:endParaRPr lang="pl-PL"/>
          </a:p>
        </p:txBody>
      </p:sp>
      <p:pic>
        <p:nvPicPr>
          <p:cNvPr id="4" name="Obraz 3">
            <a:extLst>
              <a:ext uri="{FF2B5EF4-FFF2-40B4-BE49-F238E27FC236}">
                <a16:creationId xmlns:a16="http://schemas.microsoft.com/office/drawing/2014/main" id="{EE025C8A-02DA-1A88-3ED2-B32CB8AFFEF1}"/>
              </a:ext>
            </a:extLst>
          </p:cNvPr>
          <p:cNvPicPr>
            <a:picLocks noChangeAspect="1"/>
          </p:cNvPicPr>
          <p:nvPr/>
        </p:nvPicPr>
        <p:blipFill>
          <a:blip r:embed="rId2"/>
          <a:stretch>
            <a:fillRect/>
          </a:stretch>
        </p:blipFill>
        <p:spPr>
          <a:xfrm>
            <a:off x="260230" y="1521484"/>
            <a:ext cx="3934374" cy="3982006"/>
          </a:xfrm>
          <a:prstGeom prst="rect">
            <a:avLst/>
          </a:prstGeom>
        </p:spPr>
      </p:pic>
      <p:pic>
        <p:nvPicPr>
          <p:cNvPr id="7" name="Obraz 6">
            <a:extLst>
              <a:ext uri="{FF2B5EF4-FFF2-40B4-BE49-F238E27FC236}">
                <a16:creationId xmlns:a16="http://schemas.microsoft.com/office/drawing/2014/main" id="{B90EC814-4F55-E873-5EFE-5174CE56F309}"/>
              </a:ext>
            </a:extLst>
          </p:cNvPr>
          <p:cNvPicPr>
            <a:picLocks noChangeAspect="1"/>
          </p:cNvPicPr>
          <p:nvPr/>
        </p:nvPicPr>
        <p:blipFill>
          <a:blip r:embed="rId3"/>
          <a:stretch>
            <a:fillRect/>
          </a:stretch>
        </p:blipFill>
        <p:spPr>
          <a:xfrm>
            <a:off x="4908430" y="1438408"/>
            <a:ext cx="7283570" cy="4691576"/>
          </a:xfrm>
          <a:prstGeom prst="rect">
            <a:avLst/>
          </a:prstGeom>
        </p:spPr>
      </p:pic>
    </p:spTree>
    <p:extLst>
      <p:ext uri="{BB962C8B-B14F-4D97-AF65-F5344CB8AC3E}">
        <p14:creationId xmlns:p14="http://schemas.microsoft.com/office/powerpoint/2010/main" val="2987947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1533517" cy="785003"/>
          </a:xfrm>
        </p:spPr>
        <p:txBody>
          <a:bodyPr/>
          <a:lstStyle/>
          <a:p>
            <a:r>
              <a:rPr lang="en-US" sz="3600"/>
              <a:t>Planning and Configuring Customization and Apps</a:t>
            </a:r>
          </a:p>
        </p:txBody>
      </p:sp>
      <p:sp>
        <p:nvSpPr>
          <p:cNvPr id="3" name="Symbol zastępczy tekstu 2">
            <a:extLst>
              <a:ext uri="{FF2B5EF4-FFF2-40B4-BE49-F238E27FC236}">
                <a16:creationId xmlns:a16="http://schemas.microsoft.com/office/drawing/2014/main" id="{C269BD6E-1532-5970-9F32-24A77C62EC84}"/>
              </a:ext>
            </a:extLst>
          </p:cNvPr>
          <p:cNvSpPr>
            <a:spLocks noGrp="1"/>
          </p:cNvSpPr>
          <p:nvPr>
            <p:ph type="body" sz="quarter" idx="10"/>
          </p:nvPr>
        </p:nvSpPr>
        <p:spPr>
          <a:xfrm>
            <a:off x="260230" y="1078302"/>
            <a:ext cx="2500223" cy="443182"/>
          </a:xfrm>
        </p:spPr>
        <p:txBody>
          <a:bodyPr/>
          <a:lstStyle/>
          <a:p>
            <a:pPr marL="0" indent="0">
              <a:buNone/>
            </a:pPr>
            <a:r>
              <a:rPr lang="pl-PL"/>
              <a:t>Power </a:t>
            </a:r>
            <a:r>
              <a:rPr lang="pl-PL" err="1"/>
              <a:t>Apps</a:t>
            </a:r>
            <a:endParaRPr lang="pl-PL"/>
          </a:p>
        </p:txBody>
      </p:sp>
      <p:pic>
        <p:nvPicPr>
          <p:cNvPr id="5" name="Obraz 4">
            <a:extLst>
              <a:ext uri="{FF2B5EF4-FFF2-40B4-BE49-F238E27FC236}">
                <a16:creationId xmlns:a16="http://schemas.microsoft.com/office/drawing/2014/main" id="{42744D7F-B706-CFD6-ACC6-CC0592202511}"/>
              </a:ext>
            </a:extLst>
          </p:cNvPr>
          <p:cNvPicPr>
            <a:picLocks noChangeAspect="1"/>
          </p:cNvPicPr>
          <p:nvPr/>
        </p:nvPicPr>
        <p:blipFill>
          <a:blip r:embed="rId2"/>
          <a:stretch>
            <a:fillRect/>
          </a:stretch>
        </p:blipFill>
        <p:spPr>
          <a:xfrm>
            <a:off x="329241" y="1610191"/>
            <a:ext cx="11533517" cy="404084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4004496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1533517" cy="785003"/>
          </a:xfrm>
        </p:spPr>
        <p:txBody>
          <a:bodyPr/>
          <a:lstStyle/>
          <a:p>
            <a:r>
              <a:rPr lang="en-US" sz="3600"/>
              <a:t>Planning and Configuring Customization and Apps</a:t>
            </a:r>
          </a:p>
        </p:txBody>
      </p:sp>
      <p:sp>
        <p:nvSpPr>
          <p:cNvPr id="3" name="Symbol zastępczy tekstu 2">
            <a:extLst>
              <a:ext uri="{FF2B5EF4-FFF2-40B4-BE49-F238E27FC236}">
                <a16:creationId xmlns:a16="http://schemas.microsoft.com/office/drawing/2014/main" id="{C269BD6E-1532-5970-9F32-24A77C62EC84}"/>
              </a:ext>
            </a:extLst>
          </p:cNvPr>
          <p:cNvSpPr>
            <a:spLocks noGrp="1"/>
          </p:cNvSpPr>
          <p:nvPr>
            <p:ph type="body" sz="quarter" idx="10"/>
          </p:nvPr>
        </p:nvSpPr>
        <p:spPr>
          <a:xfrm>
            <a:off x="260230" y="977118"/>
            <a:ext cx="6238541" cy="443182"/>
          </a:xfrm>
        </p:spPr>
        <p:txBody>
          <a:bodyPr/>
          <a:lstStyle/>
          <a:p>
            <a:pPr marL="0" indent="0">
              <a:buNone/>
            </a:pPr>
            <a:r>
              <a:rPr lang="pl-PL"/>
              <a:t>Power </a:t>
            </a:r>
            <a:r>
              <a:rPr lang="pl-PL" err="1"/>
              <a:t>Apps</a:t>
            </a:r>
            <a:r>
              <a:rPr lang="pl-PL"/>
              <a:t> – </a:t>
            </a:r>
            <a:r>
              <a:rPr lang="pl-PL" err="1"/>
              <a:t>make</a:t>
            </a:r>
            <a:r>
              <a:rPr lang="pl-PL"/>
              <a:t> </a:t>
            </a:r>
            <a:r>
              <a:rPr lang="pl-PL" err="1"/>
              <a:t>your</a:t>
            </a:r>
            <a:r>
              <a:rPr lang="pl-PL"/>
              <a:t> </a:t>
            </a:r>
            <a:r>
              <a:rPr lang="pl-PL" err="1"/>
              <a:t>own</a:t>
            </a:r>
            <a:r>
              <a:rPr lang="pl-PL"/>
              <a:t> </a:t>
            </a:r>
            <a:r>
              <a:rPr lang="pl-PL" err="1"/>
              <a:t>app</a:t>
            </a:r>
            <a:endParaRPr lang="pl-PL"/>
          </a:p>
        </p:txBody>
      </p:sp>
      <p:pic>
        <p:nvPicPr>
          <p:cNvPr id="4" name="Obraz 3">
            <a:extLst>
              <a:ext uri="{FF2B5EF4-FFF2-40B4-BE49-F238E27FC236}">
                <a16:creationId xmlns:a16="http://schemas.microsoft.com/office/drawing/2014/main" id="{63F51CD9-7E86-FC1E-3FCC-04F566C26ED8}"/>
              </a:ext>
            </a:extLst>
          </p:cNvPr>
          <p:cNvPicPr>
            <a:picLocks noChangeAspect="1"/>
          </p:cNvPicPr>
          <p:nvPr/>
        </p:nvPicPr>
        <p:blipFill>
          <a:blip r:embed="rId2"/>
          <a:stretch>
            <a:fillRect/>
          </a:stretch>
        </p:blipFill>
        <p:spPr>
          <a:xfrm>
            <a:off x="2467490" y="1903531"/>
            <a:ext cx="5771929" cy="3657600"/>
          </a:xfrm>
          <a:prstGeom prst="rect">
            <a:avLst/>
          </a:prstGeom>
        </p:spPr>
      </p:pic>
      <p:pic>
        <p:nvPicPr>
          <p:cNvPr id="7" name="Obraz 6">
            <a:extLst>
              <a:ext uri="{FF2B5EF4-FFF2-40B4-BE49-F238E27FC236}">
                <a16:creationId xmlns:a16="http://schemas.microsoft.com/office/drawing/2014/main" id="{2D255C07-17E7-0166-ADD2-377D0AC0038F}"/>
              </a:ext>
            </a:extLst>
          </p:cNvPr>
          <p:cNvPicPr>
            <a:picLocks noChangeAspect="1"/>
          </p:cNvPicPr>
          <p:nvPr/>
        </p:nvPicPr>
        <p:blipFill>
          <a:blip r:embed="rId3"/>
          <a:stretch>
            <a:fillRect/>
          </a:stretch>
        </p:blipFill>
        <p:spPr>
          <a:xfrm>
            <a:off x="9006394" y="1319115"/>
            <a:ext cx="2925376" cy="4388064"/>
          </a:xfrm>
          <a:prstGeom prst="rect">
            <a:avLst/>
          </a:prstGeom>
        </p:spPr>
      </p:pic>
      <p:sp>
        <p:nvSpPr>
          <p:cNvPr id="9" name="Strzałka: w prawo 8">
            <a:extLst>
              <a:ext uri="{FF2B5EF4-FFF2-40B4-BE49-F238E27FC236}">
                <a16:creationId xmlns:a16="http://schemas.microsoft.com/office/drawing/2014/main" id="{DF1ECC8D-C768-AFEB-FDBB-E451FFC25056}"/>
              </a:ext>
            </a:extLst>
          </p:cNvPr>
          <p:cNvSpPr/>
          <p:nvPr/>
        </p:nvSpPr>
        <p:spPr>
          <a:xfrm>
            <a:off x="8354195" y="3313230"/>
            <a:ext cx="537422" cy="23153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pic>
        <p:nvPicPr>
          <p:cNvPr id="11" name="Obraz 10">
            <a:extLst>
              <a:ext uri="{FF2B5EF4-FFF2-40B4-BE49-F238E27FC236}">
                <a16:creationId xmlns:a16="http://schemas.microsoft.com/office/drawing/2014/main" id="{70109B80-6D99-4A87-A15D-A9CB08D5011D}"/>
              </a:ext>
            </a:extLst>
          </p:cNvPr>
          <p:cNvPicPr>
            <a:picLocks noChangeAspect="1"/>
          </p:cNvPicPr>
          <p:nvPr/>
        </p:nvPicPr>
        <p:blipFill>
          <a:blip r:embed="rId4"/>
          <a:stretch>
            <a:fillRect/>
          </a:stretch>
        </p:blipFill>
        <p:spPr>
          <a:xfrm>
            <a:off x="179212" y="1903530"/>
            <a:ext cx="2206042" cy="3657601"/>
          </a:xfrm>
          <a:prstGeom prst="rect">
            <a:avLst/>
          </a:prstGeom>
        </p:spPr>
      </p:pic>
    </p:spTree>
    <p:extLst>
      <p:ext uri="{BB962C8B-B14F-4D97-AF65-F5344CB8AC3E}">
        <p14:creationId xmlns:p14="http://schemas.microsoft.com/office/powerpoint/2010/main" val="171383334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FA358-12DF-310A-A191-3337BDA4DB97}"/>
            </a:ext>
          </a:extLst>
        </p:cNvPr>
        <p:cNvGrpSpPr/>
        <p:nvPr/>
      </p:nvGrpSpPr>
      <p:grpSpPr>
        <a:xfrm>
          <a:off x="0" y="0"/>
          <a:ext cx="0" cy="0"/>
          <a:chOff x="0" y="0"/>
          <a:chExt cx="0" cy="0"/>
        </a:xfrm>
      </p:grpSpPr>
      <p:sp>
        <p:nvSpPr>
          <p:cNvPr id="3" name="Symbol zastępczy tekstu 2">
            <a:extLst>
              <a:ext uri="{FF2B5EF4-FFF2-40B4-BE49-F238E27FC236}">
                <a16:creationId xmlns:a16="http://schemas.microsoft.com/office/drawing/2014/main" id="{10FA30D1-78AB-BDE6-25C4-71D8EBCC8122}"/>
              </a:ext>
            </a:extLst>
          </p:cNvPr>
          <p:cNvSpPr>
            <a:spLocks noGrp="1"/>
          </p:cNvSpPr>
          <p:nvPr>
            <p:ph type="body" sz="quarter" idx="10"/>
          </p:nvPr>
        </p:nvSpPr>
        <p:spPr>
          <a:xfrm>
            <a:off x="5247292" y="4804207"/>
            <a:ext cx="1179830" cy="914400"/>
          </a:xfrm>
        </p:spPr>
        <p:txBody>
          <a:bodyPr/>
          <a:lstStyle/>
          <a:p>
            <a:pPr marL="0" indent="0">
              <a:buNone/>
            </a:pPr>
            <a:r>
              <a:rPr lang="pl-PL" sz="2800"/>
              <a:t>LAB 05</a:t>
            </a:r>
          </a:p>
        </p:txBody>
      </p:sp>
      <p:pic>
        <p:nvPicPr>
          <p:cNvPr id="5" name="Obraz 4">
            <a:extLst>
              <a:ext uri="{FF2B5EF4-FFF2-40B4-BE49-F238E27FC236}">
                <a16:creationId xmlns:a16="http://schemas.microsoft.com/office/drawing/2014/main" id="{D445F4D9-6FFA-9F19-A367-527DC7E505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9782" y="1705305"/>
            <a:ext cx="4514850" cy="3009900"/>
          </a:xfrm>
          <a:prstGeom prst="rect">
            <a:avLst/>
          </a:prstGeom>
        </p:spPr>
      </p:pic>
    </p:spTree>
    <p:extLst>
      <p:ext uri="{BB962C8B-B14F-4D97-AF65-F5344CB8AC3E}">
        <p14:creationId xmlns:p14="http://schemas.microsoft.com/office/powerpoint/2010/main" val="365632748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tekstu 2">
            <a:extLst>
              <a:ext uri="{FF2B5EF4-FFF2-40B4-BE49-F238E27FC236}">
                <a16:creationId xmlns:a16="http://schemas.microsoft.com/office/drawing/2014/main" id="{41A6967E-EF9E-D540-750A-56586B652A6A}"/>
              </a:ext>
            </a:extLst>
          </p:cNvPr>
          <p:cNvSpPr>
            <a:spLocks noGrp="1"/>
          </p:cNvSpPr>
          <p:nvPr>
            <p:ph type="body" sz="quarter" idx="10"/>
          </p:nvPr>
        </p:nvSpPr>
        <p:spPr>
          <a:xfrm>
            <a:off x="3466021" y="5181299"/>
            <a:ext cx="4742371" cy="914400"/>
          </a:xfrm>
        </p:spPr>
        <p:txBody>
          <a:bodyPr/>
          <a:lstStyle/>
          <a:p>
            <a:pPr marL="0" indent="0">
              <a:buNone/>
            </a:pPr>
            <a:r>
              <a:rPr lang="en-US" sz="2800"/>
              <a:t>Managing Other Tenant Setting</a:t>
            </a:r>
            <a:endParaRPr lang="pl-PL"/>
          </a:p>
        </p:txBody>
      </p:sp>
      <p:pic>
        <p:nvPicPr>
          <p:cNvPr id="5" name="Obraz 4">
            <a:extLst>
              <a:ext uri="{FF2B5EF4-FFF2-40B4-BE49-F238E27FC236}">
                <a16:creationId xmlns:a16="http://schemas.microsoft.com/office/drawing/2014/main" id="{FF704FE1-8340-9E21-35A5-5A5A7663D1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9782" y="1705305"/>
            <a:ext cx="4514850" cy="3009900"/>
          </a:xfrm>
          <a:prstGeom prst="rect">
            <a:avLst/>
          </a:prstGeom>
        </p:spPr>
      </p:pic>
    </p:spTree>
    <p:extLst>
      <p:ext uri="{BB962C8B-B14F-4D97-AF65-F5344CB8AC3E}">
        <p14:creationId xmlns:p14="http://schemas.microsoft.com/office/powerpoint/2010/main" val="180831304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1533517" cy="785003"/>
          </a:xfrm>
        </p:spPr>
        <p:txBody>
          <a:bodyPr/>
          <a:lstStyle/>
          <a:p>
            <a:r>
              <a:rPr lang="en-US" sz="3600"/>
              <a:t>Managing Other Tenant Setting</a:t>
            </a:r>
          </a:p>
        </p:txBody>
      </p:sp>
      <p:sp>
        <p:nvSpPr>
          <p:cNvPr id="9" name="Symbol zastępczy tekstu 8">
            <a:extLst>
              <a:ext uri="{FF2B5EF4-FFF2-40B4-BE49-F238E27FC236}">
                <a16:creationId xmlns:a16="http://schemas.microsoft.com/office/drawing/2014/main" id="{12B6E370-EABE-CA30-2460-E29445B44796}"/>
              </a:ext>
            </a:extLst>
          </p:cNvPr>
          <p:cNvSpPr>
            <a:spLocks noGrp="1"/>
          </p:cNvSpPr>
          <p:nvPr>
            <p:ph type="body" sz="quarter" idx="10"/>
          </p:nvPr>
        </p:nvSpPr>
        <p:spPr>
          <a:xfrm>
            <a:off x="355809" y="1353152"/>
            <a:ext cx="7082074" cy="3943350"/>
          </a:xfrm>
        </p:spPr>
        <p:txBody>
          <a:bodyPr/>
          <a:lstStyle/>
          <a:p>
            <a:r>
              <a:rPr lang="en-US" sz="2000"/>
              <a:t>The amount of Microsoft SharePoint storage for your organization is based on your number of licenses.</a:t>
            </a:r>
          </a:p>
          <a:p>
            <a:r>
              <a:rPr lang="en-US" sz="2000"/>
              <a:t>Your organization has total storage of 1 TB plus 10 GB per license of eligible plan purchased, plus any Microsoft 365 Extra File Storage add-on purchased.</a:t>
            </a:r>
          </a:p>
          <a:p>
            <a:r>
              <a:rPr lang="en-US" sz="2000"/>
              <a:t>If you suspect you should have more storage than is displayed in the Microsoft 365 admin center, Microsoft 365 admins can run the following diagnostic tool. It will identify any issues with your SharePoint Online tenant storage quota, and show how the quota is allocated.</a:t>
            </a:r>
            <a:endParaRPr lang="pl-PL" sz="2000"/>
          </a:p>
          <a:p>
            <a:r>
              <a:rPr lang="pl-PL" sz="2000"/>
              <a:t>https://aka.ms/PillarTenantStorage</a:t>
            </a:r>
          </a:p>
        </p:txBody>
      </p:sp>
      <p:pic>
        <p:nvPicPr>
          <p:cNvPr id="3" name="Obraz 2">
            <a:extLst>
              <a:ext uri="{FF2B5EF4-FFF2-40B4-BE49-F238E27FC236}">
                <a16:creationId xmlns:a16="http://schemas.microsoft.com/office/drawing/2014/main" id="{DA3ADF73-8867-2F43-312B-D271DB0357BC}"/>
              </a:ext>
            </a:extLst>
          </p:cNvPr>
          <p:cNvPicPr>
            <a:picLocks noChangeAspect="1"/>
          </p:cNvPicPr>
          <p:nvPr/>
        </p:nvPicPr>
        <p:blipFill>
          <a:blip r:embed="rId2"/>
          <a:stretch>
            <a:fillRect/>
          </a:stretch>
        </p:blipFill>
        <p:spPr>
          <a:xfrm>
            <a:off x="7497580" y="939131"/>
            <a:ext cx="4096322" cy="4448796"/>
          </a:xfrm>
          <a:prstGeom prst="rect">
            <a:avLst/>
          </a:prstGeom>
        </p:spPr>
      </p:pic>
    </p:spTree>
    <p:extLst>
      <p:ext uri="{BB962C8B-B14F-4D97-AF65-F5344CB8AC3E}">
        <p14:creationId xmlns:p14="http://schemas.microsoft.com/office/powerpoint/2010/main" val="311070752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1533517" cy="785003"/>
          </a:xfrm>
        </p:spPr>
        <p:txBody>
          <a:bodyPr/>
          <a:lstStyle/>
          <a:p>
            <a:r>
              <a:rPr lang="en-US" sz="3600"/>
              <a:t>Managing Other Tenant Setting</a:t>
            </a:r>
          </a:p>
        </p:txBody>
      </p:sp>
      <p:pic>
        <p:nvPicPr>
          <p:cNvPr id="6" name="Obraz 5">
            <a:extLst>
              <a:ext uri="{FF2B5EF4-FFF2-40B4-BE49-F238E27FC236}">
                <a16:creationId xmlns:a16="http://schemas.microsoft.com/office/drawing/2014/main" id="{97175317-F15E-04BB-DD0B-1C577D622BBE}"/>
              </a:ext>
            </a:extLst>
          </p:cNvPr>
          <p:cNvPicPr>
            <a:picLocks noChangeAspect="1"/>
          </p:cNvPicPr>
          <p:nvPr/>
        </p:nvPicPr>
        <p:blipFill>
          <a:blip r:embed="rId2"/>
          <a:stretch>
            <a:fillRect/>
          </a:stretch>
        </p:blipFill>
        <p:spPr>
          <a:xfrm>
            <a:off x="6666062" y="1340418"/>
            <a:ext cx="5191850" cy="4334480"/>
          </a:xfrm>
          <a:prstGeom prst="rect">
            <a:avLst/>
          </a:prstGeom>
        </p:spPr>
      </p:pic>
      <p:sp>
        <p:nvSpPr>
          <p:cNvPr id="12" name="pole tekstowe 11">
            <a:extLst>
              <a:ext uri="{FF2B5EF4-FFF2-40B4-BE49-F238E27FC236}">
                <a16:creationId xmlns:a16="http://schemas.microsoft.com/office/drawing/2014/main" id="{4098CDE5-AF1D-0FA9-D0C0-CB76230349AB}"/>
              </a:ext>
            </a:extLst>
          </p:cNvPr>
          <p:cNvSpPr txBox="1"/>
          <p:nvPr/>
        </p:nvSpPr>
        <p:spPr>
          <a:xfrm>
            <a:off x="152401" y="1120676"/>
            <a:ext cx="6164824" cy="4524315"/>
          </a:xfrm>
          <a:prstGeom prst="rect">
            <a:avLst/>
          </a:prstGeom>
          <a:noFill/>
        </p:spPr>
        <p:txBody>
          <a:bodyPr wrap="square">
            <a:spAutoFit/>
          </a:bodyPr>
          <a:lstStyle/>
          <a:p>
            <a:r>
              <a:rPr lang="en-US"/>
              <a:t>Manage individual site storage limits</a:t>
            </a:r>
          </a:p>
          <a:p>
            <a:endParaRPr lang="en-US"/>
          </a:p>
          <a:p>
            <a:r>
              <a:rPr lang="en-US"/>
              <a:t>Follow these steps to specify individual site storage limits when your storage management option is set to "manual." We recommend that you also set an email alert so that you and other site admins can be notified when sites are nearing the storage limit. To learn how to set the default storage limit for new sites, see Manage site creation.</a:t>
            </a:r>
            <a:endParaRPr lang="pl-PL"/>
          </a:p>
          <a:p>
            <a:endParaRPr lang="pl-PL"/>
          </a:p>
          <a:p>
            <a:pPr marL="342900" indent="-342900">
              <a:buFont typeface="+mj-lt"/>
              <a:buAutoNum type="arabicPeriod"/>
            </a:pPr>
            <a:r>
              <a:rPr lang="en-US" sz="1400"/>
              <a:t>Go to Active sites in the SharePoint admin center, and sign in with an account that has admin permissions for your organization.</a:t>
            </a:r>
            <a:endParaRPr lang="pl-PL" sz="1400"/>
          </a:p>
          <a:p>
            <a:pPr marL="342900" indent="-342900">
              <a:buFont typeface="+mj-lt"/>
              <a:buAutoNum type="arabicPeriod"/>
            </a:pPr>
            <a:r>
              <a:rPr lang="en-US" sz="1400"/>
              <a:t>Click a site, or for a channel site, select the link in the Channel sites column.</a:t>
            </a:r>
            <a:endParaRPr lang="pl-PL" sz="1400"/>
          </a:p>
          <a:p>
            <a:pPr marL="342900" indent="-342900">
              <a:buFont typeface="+mj-lt"/>
              <a:buAutoNum type="arabicPeriod"/>
            </a:pPr>
            <a:r>
              <a:rPr lang="en-US" sz="1400"/>
              <a:t>Under Storage limit, select Edit.</a:t>
            </a:r>
            <a:endParaRPr lang="pl-PL" sz="1400"/>
          </a:p>
          <a:p>
            <a:pPr marL="342900" indent="-342900">
              <a:buFont typeface="+mj-lt"/>
              <a:buAutoNum type="arabicPeriod"/>
            </a:pPr>
            <a:r>
              <a:rPr lang="en-US" sz="1400"/>
              <a:t>Enter the maximum storage in GB for the site.</a:t>
            </a:r>
            <a:endParaRPr lang="pl-PL" sz="1400"/>
          </a:p>
          <a:p>
            <a:pPr marL="342900" indent="-342900">
              <a:buFont typeface="+mj-lt"/>
              <a:buAutoNum type="arabicPeriod"/>
            </a:pPr>
            <a:r>
              <a:rPr lang="en-US" sz="1400"/>
              <a:t>Make sure Notifications is turned on to send an email to site admins when the site approaches the storage limit. Then, enter a value as a percent for how full you want the storage to be when the email is sent.</a:t>
            </a:r>
            <a:endParaRPr lang="pl-PL" sz="1400"/>
          </a:p>
          <a:p>
            <a:pPr marL="342900" indent="-342900">
              <a:buFont typeface="+mj-lt"/>
              <a:buAutoNum type="arabicPeriod"/>
            </a:pPr>
            <a:r>
              <a:rPr lang="pl-PL" sz="1400"/>
              <a:t>Select </a:t>
            </a:r>
            <a:r>
              <a:rPr lang="pl-PL" sz="1400" err="1"/>
              <a:t>Save</a:t>
            </a:r>
            <a:r>
              <a:rPr lang="pl-PL" sz="1400"/>
              <a:t>.</a:t>
            </a:r>
          </a:p>
        </p:txBody>
      </p:sp>
    </p:spTree>
    <p:extLst>
      <p:ext uri="{BB962C8B-B14F-4D97-AF65-F5344CB8AC3E}">
        <p14:creationId xmlns:p14="http://schemas.microsoft.com/office/powerpoint/2010/main" val="133204300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1533517" cy="785003"/>
          </a:xfrm>
        </p:spPr>
        <p:txBody>
          <a:bodyPr/>
          <a:lstStyle/>
          <a:p>
            <a:r>
              <a:rPr lang="en-US" sz="3600"/>
              <a:t>Managing Other Tenant Setting</a:t>
            </a:r>
          </a:p>
        </p:txBody>
      </p:sp>
      <p:sp>
        <p:nvSpPr>
          <p:cNvPr id="4" name="Symbol zastępczy tekstu 3">
            <a:extLst>
              <a:ext uri="{FF2B5EF4-FFF2-40B4-BE49-F238E27FC236}">
                <a16:creationId xmlns:a16="http://schemas.microsoft.com/office/drawing/2014/main" id="{F3E6C1DF-0CF9-F62C-351A-580CEDFB1BD7}"/>
              </a:ext>
            </a:extLst>
          </p:cNvPr>
          <p:cNvSpPr>
            <a:spLocks noGrp="1"/>
          </p:cNvSpPr>
          <p:nvPr>
            <p:ph type="body" sz="quarter" idx="10"/>
          </p:nvPr>
        </p:nvSpPr>
        <p:spPr>
          <a:xfrm>
            <a:off x="5911645" y="1816423"/>
            <a:ext cx="6280355" cy="1838719"/>
          </a:xfrm>
        </p:spPr>
        <p:txBody>
          <a:bodyPr/>
          <a:lstStyle/>
          <a:p>
            <a:pPr marL="0" indent="0">
              <a:buNone/>
            </a:pPr>
            <a:r>
              <a:rPr lang="en-US" sz="1800"/>
              <a:t>As a Global Administrator or SharePoint Administrator in Microsoft 365, you can let your users create and administer their own SharePoint sites, determine what kind of sites they can create, and specify the location of the sites. By default, users can create communication sites and Microsoft 365 group-connected team sites.</a:t>
            </a:r>
            <a:endParaRPr lang="pl-PL" sz="1800"/>
          </a:p>
        </p:txBody>
      </p:sp>
      <p:pic>
        <p:nvPicPr>
          <p:cNvPr id="6" name="Obraz 5">
            <a:extLst>
              <a:ext uri="{FF2B5EF4-FFF2-40B4-BE49-F238E27FC236}">
                <a16:creationId xmlns:a16="http://schemas.microsoft.com/office/drawing/2014/main" id="{A994D727-0703-BBC5-2116-AB767AA4455C}"/>
              </a:ext>
            </a:extLst>
          </p:cNvPr>
          <p:cNvPicPr>
            <a:picLocks noChangeAspect="1"/>
          </p:cNvPicPr>
          <p:nvPr/>
        </p:nvPicPr>
        <p:blipFill>
          <a:blip r:embed="rId2"/>
          <a:stretch>
            <a:fillRect/>
          </a:stretch>
        </p:blipFill>
        <p:spPr>
          <a:xfrm>
            <a:off x="458167" y="771154"/>
            <a:ext cx="5125165" cy="5315692"/>
          </a:xfrm>
          <a:prstGeom prst="rect">
            <a:avLst/>
          </a:prstGeom>
        </p:spPr>
      </p:pic>
    </p:spTree>
    <p:extLst>
      <p:ext uri="{BB962C8B-B14F-4D97-AF65-F5344CB8AC3E}">
        <p14:creationId xmlns:p14="http://schemas.microsoft.com/office/powerpoint/2010/main" val="126979981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1533517" cy="785003"/>
          </a:xfrm>
        </p:spPr>
        <p:txBody>
          <a:bodyPr/>
          <a:lstStyle/>
          <a:p>
            <a:r>
              <a:rPr lang="en-US" sz="3600"/>
              <a:t>Managing Other Tenant Setting</a:t>
            </a:r>
            <a:r>
              <a:rPr lang="pl-PL" sz="3600"/>
              <a:t> – Advanced Management</a:t>
            </a:r>
            <a:endParaRPr lang="en-US" sz="3600"/>
          </a:p>
        </p:txBody>
      </p:sp>
      <p:pic>
        <p:nvPicPr>
          <p:cNvPr id="5" name="Obraz 4">
            <a:extLst>
              <a:ext uri="{FF2B5EF4-FFF2-40B4-BE49-F238E27FC236}">
                <a16:creationId xmlns:a16="http://schemas.microsoft.com/office/drawing/2014/main" id="{A6629A50-3D54-3DA1-7DB8-DBD901551BBD}"/>
              </a:ext>
            </a:extLst>
          </p:cNvPr>
          <p:cNvPicPr>
            <a:picLocks noChangeAspect="1"/>
          </p:cNvPicPr>
          <p:nvPr/>
        </p:nvPicPr>
        <p:blipFill>
          <a:blip r:embed="rId2"/>
          <a:stretch>
            <a:fillRect/>
          </a:stretch>
        </p:blipFill>
        <p:spPr>
          <a:xfrm>
            <a:off x="598098" y="915015"/>
            <a:ext cx="10670465" cy="542122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424946079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1533517" cy="785003"/>
          </a:xfrm>
        </p:spPr>
        <p:txBody>
          <a:bodyPr/>
          <a:lstStyle/>
          <a:p>
            <a:r>
              <a:rPr lang="en-US" sz="3600"/>
              <a:t>Managing Other Tenant Setting</a:t>
            </a:r>
          </a:p>
        </p:txBody>
      </p:sp>
      <p:pic>
        <p:nvPicPr>
          <p:cNvPr id="5" name="Obraz 4">
            <a:extLst>
              <a:ext uri="{FF2B5EF4-FFF2-40B4-BE49-F238E27FC236}">
                <a16:creationId xmlns:a16="http://schemas.microsoft.com/office/drawing/2014/main" id="{0C7C94CF-091E-E72A-964E-26FF57F5BC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0343" y="1090612"/>
            <a:ext cx="9753600" cy="4676775"/>
          </a:xfrm>
          <a:prstGeom prst="rect">
            <a:avLst/>
          </a:prstGeom>
        </p:spPr>
      </p:pic>
    </p:spTree>
    <p:extLst>
      <p:ext uri="{BB962C8B-B14F-4D97-AF65-F5344CB8AC3E}">
        <p14:creationId xmlns:p14="http://schemas.microsoft.com/office/powerpoint/2010/main" val="401795386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E1606-5BCB-07D4-C314-BB4D25E30879}"/>
            </a:ext>
          </a:extLst>
        </p:cNvPr>
        <p:cNvGrpSpPr/>
        <p:nvPr/>
      </p:nvGrpSpPr>
      <p:grpSpPr>
        <a:xfrm>
          <a:off x="0" y="0"/>
          <a:ext cx="0" cy="0"/>
          <a:chOff x="0" y="0"/>
          <a:chExt cx="0" cy="0"/>
        </a:xfrm>
      </p:grpSpPr>
      <p:sp>
        <p:nvSpPr>
          <p:cNvPr id="3" name="Symbol zastępczy tekstu 2">
            <a:extLst>
              <a:ext uri="{FF2B5EF4-FFF2-40B4-BE49-F238E27FC236}">
                <a16:creationId xmlns:a16="http://schemas.microsoft.com/office/drawing/2014/main" id="{7564F14D-A37D-ACD6-3D19-2722641B4F6C}"/>
              </a:ext>
            </a:extLst>
          </p:cNvPr>
          <p:cNvSpPr>
            <a:spLocks noGrp="1"/>
          </p:cNvSpPr>
          <p:nvPr>
            <p:ph type="body" sz="quarter" idx="10"/>
          </p:nvPr>
        </p:nvSpPr>
        <p:spPr>
          <a:xfrm>
            <a:off x="5247292" y="4804207"/>
            <a:ext cx="1179830" cy="914400"/>
          </a:xfrm>
        </p:spPr>
        <p:txBody>
          <a:bodyPr/>
          <a:lstStyle/>
          <a:p>
            <a:pPr marL="0" indent="0">
              <a:buNone/>
            </a:pPr>
            <a:r>
              <a:rPr lang="pl-PL" sz="2800"/>
              <a:t>LAB 06</a:t>
            </a:r>
          </a:p>
        </p:txBody>
      </p:sp>
      <p:pic>
        <p:nvPicPr>
          <p:cNvPr id="5" name="Obraz 4">
            <a:extLst>
              <a:ext uri="{FF2B5EF4-FFF2-40B4-BE49-F238E27FC236}">
                <a16:creationId xmlns:a16="http://schemas.microsoft.com/office/drawing/2014/main" id="{15BD64DD-DAFF-A55E-9CFF-F00F0C2735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9782" y="1705305"/>
            <a:ext cx="4514850" cy="3009900"/>
          </a:xfrm>
          <a:prstGeom prst="rect">
            <a:avLst/>
          </a:prstGeom>
        </p:spPr>
      </p:pic>
    </p:spTree>
    <p:extLst>
      <p:ext uri="{BB962C8B-B14F-4D97-AF65-F5344CB8AC3E}">
        <p14:creationId xmlns:p14="http://schemas.microsoft.com/office/powerpoint/2010/main" val="131909707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tekstu 2">
            <a:extLst>
              <a:ext uri="{FF2B5EF4-FFF2-40B4-BE49-F238E27FC236}">
                <a16:creationId xmlns:a16="http://schemas.microsoft.com/office/drawing/2014/main" id="{41A6967E-EF9E-D540-750A-56586B652A6A}"/>
              </a:ext>
            </a:extLst>
          </p:cNvPr>
          <p:cNvSpPr>
            <a:spLocks noGrp="1"/>
          </p:cNvSpPr>
          <p:nvPr>
            <p:ph type="body" sz="quarter" idx="10"/>
          </p:nvPr>
        </p:nvSpPr>
        <p:spPr>
          <a:xfrm>
            <a:off x="4406790" y="5369875"/>
            <a:ext cx="2860834" cy="914400"/>
          </a:xfrm>
        </p:spPr>
        <p:txBody>
          <a:bodyPr/>
          <a:lstStyle/>
          <a:p>
            <a:pPr marL="0" indent="0">
              <a:buNone/>
            </a:pPr>
            <a:r>
              <a:rPr lang="pl-PL" sz="2800" err="1"/>
              <a:t>Managing</a:t>
            </a:r>
            <a:r>
              <a:rPr lang="pl-PL" sz="2800"/>
              <a:t> Content</a:t>
            </a:r>
            <a:endParaRPr lang="pl-PL"/>
          </a:p>
        </p:txBody>
      </p:sp>
      <p:pic>
        <p:nvPicPr>
          <p:cNvPr id="5" name="Obraz 4">
            <a:extLst>
              <a:ext uri="{FF2B5EF4-FFF2-40B4-BE49-F238E27FC236}">
                <a16:creationId xmlns:a16="http://schemas.microsoft.com/office/drawing/2014/main" id="{FF704FE1-8340-9E21-35A5-5A5A7663D1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9782" y="1705305"/>
            <a:ext cx="4514850" cy="3009900"/>
          </a:xfrm>
          <a:prstGeom prst="rect">
            <a:avLst/>
          </a:prstGeom>
        </p:spPr>
      </p:pic>
    </p:spTree>
    <p:extLst>
      <p:ext uri="{BB962C8B-B14F-4D97-AF65-F5344CB8AC3E}">
        <p14:creationId xmlns:p14="http://schemas.microsoft.com/office/powerpoint/2010/main" val="250028026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113C77C2-BB05-3F97-C65E-359387265ADB}"/>
              </a:ext>
            </a:extLst>
          </p:cNvPr>
          <p:cNvSpPr>
            <a:spLocks noGrp="1"/>
          </p:cNvSpPr>
          <p:nvPr>
            <p:ph type="title"/>
          </p:nvPr>
        </p:nvSpPr>
        <p:spPr/>
        <p:txBody>
          <a:bodyPr/>
          <a:lstStyle/>
          <a:p>
            <a:endParaRPr lang="pl-PL"/>
          </a:p>
        </p:txBody>
      </p:sp>
      <p:sp>
        <p:nvSpPr>
          <p:cNvPr id="3" name="Symbol zastępczy tekstu 2">
            <a:extLst>
              <a:ext uri="{FF2B5EF4-FFF2-40B4-BE49-F238E27FC236}">
                <a16:creationId xmlns:a16="http://schemas.microsoft.com/office/drawing/2014/main" id="{706A6842-A669-BE5E-EB8F-63F4A5CC9553}"/>
              </a:ext>
            </a:extLst>
          </p:cNvPr>
          <p:cNvSpPr>
            <a:spLocks noGrp="1"/>
          </p:cNvSpPr>
          <p:nvPr>
            <p:ph type="body" sz="quarter" idx="10"/>
          </p:nvPr>
        </p:nvSpPr>
        <p:spPr/>
        <p:txBody>
          <a:bodyPr/>
          <a:lstStyle/>
          <a:p>
            <a:endParaRPr lang="pl-PL"/>
          </a:p>
        </p:txBody>
      </p:sp>
      <p:pic>
        <p:nvPicPr>
          <p:cNvPr id="5" name="Obraz 4">
            <a:extLst>
              <a:ext uri="{FF2B5EF4-FFF2-40B4-BE49-F238E27FC236}">
                <a16:creationId xmlns:a16="http://schemas.microsoft.com/office/drawing/2014/main" id="{1BFCD94D-6353-72EF-BB61-E6EC923D6D21}"/>
              </a:ext>
            </a:extLst>
          </p:cNvPr>
          <p:cNvPicPr>
            <a:picLocks noChangeAspect="1"/>
          </p:cNvPicPr>
          <p:nvPr/>
        </p:nvPicPr>
        <p:blipFill>
          <a:blip r:embed="rId2"/>
          <a:stretch>
            <a:fillRect/>
          </a:stretch>
        </p:blipFill>
        <p:spPr>
          <a:xfrm>
            <a:off x="0" y="0"/>
            <a:ext cx="12192000" cy="6089212"/>
          </a:xfrm>
          <a:prstGeom prst="rect">
            <a:avLst/>
          </a:prstGeom>
        </p:spPr>
      </p:pic>
    </p:spTree>
    <p:extLst>
      <p:ext uri="{BB962C8B-B14F-4D97-AF65-F5344CB8AC3E}">
        <p14:creationId xmlns:p14="http://schemas.microsoft.com/office/powerpoint/2010/main" val="426968177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Obraz 4">
            <a:extLst>
              <a:ext uri="{FF2B5EF4-FFF2-40B4-BE49-F238E27FC236}">
                <a16:creationId xmlns:a16="http://schemas.microsoft.com/office/drawing/2014/main" id="{51969C71-1AE4-02D5-4A34-9BB72A906663}"/>
              </a:ext>
            </a:extLst>
          </p:cNvPr>
          <p:cNvPicPr>
            <a:picLocks noChangeAspect="1"/>
          </p:cNvPicPr>
          <p:nvPr/>
        </p:nvPicPr>
        <p:blipFill>
          <a:blip r:embed="rId2"/>
          <a:stretch>
            <a:fillRect/>
          </a:stretch>
        </p:blipFill>
        <p:spPr>
          <a:xfrm>
            <a:off x="4377266" y="3130021"/>
            <a:ext cx="7662333" cy="2806949"/>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 name="Tytuł 1">
            <a:extLst>
              <a:ext uri="{FF2B5EF4-FFF2-40B4-BE49-F238E27FC236}">
                <a16:creationId xmlns:a16="http://schemas.microsoft.com/office/drawing/2014/main" id="{8ED96A65-30F4-14DA-6E81-129F6506E146}"/>
              </a:ext>
            </a:extLst>
          </p:cNvPr>
          <p:cNvSpPr>
            <a:spLocks noGrp="1"/>
          </p:cNvSpPr>
          <p:nvPr>
            <p:ph type="title"/>
          </p:nvPr>
        </p:nvSpPr>
        <p:spPr/>
        <p:txBody>
          <a:bodyPr/>
          <a:lstStyle/>
          <a:p>
            <a:r>
              <a:rPr lang="pl-PL"/>
              <a:t>Mechanizm </a:t>
            </a:r>
            <a:r>
              <a:rPr lang="pl-PL" err="1"/>
              <a:t>eDsicovery</a:t>
            </a:r>
            <a:endParaRPr lang="pl-PL"/>
          </a:p>
        </p:txBody>
      </p:sp>
      <p:sp>
        <p:nvSpPr>
          <p:cNvPr id="3" name="Symbol zastępczy tekstu 2">
            <a:extLst>
              <a:ext uri="{FF2B5EF4-FFF2-40B4-BE49-F238E27FC236}">
                <a16:creationId xmlns:a16="http://schemas.microsoft.com/office/drawing/2014/main" id="{CA8BB78A-3E55-4ADD-D1D2-D35C6FA1AF8E}"/>
              </a:ext>
            </a:extLst>
          </p:cNvPr>
          <p:cNvSpPr>
            <a:spLocks noGrp="1"/>
          </p:cNvSpPr>
          <p:nvPr>
            <p:ph type="body" sz="quarter" idx="10"/>
          </p:nvPr>
        </p:nvSpPr>
        <p:spPr>
          <a:xfrm>
            <a:off x="838200" y="1349961"/>
            <a:ext cx="9596509" cy="914400"/>
          </a:xfrm>
        </p:spPr>
        <p:txBody>
          <a:bodyPr/>
          <a:lstStyle/>
          <a:p>
            <a:pPr marL="0" indent="0">
              <a:buNone/>
            </a:pPr>
            <a:r>
              <a:rPr lang="pl-PL" b="0" i="0">
                <a:solidFill>
                  <a:schemeClr val="accent1">
                    <a:lumMod val="50000"/>
                  </a:schemeClr>
                </a:solidFill>
                <a:effectLst/>
                <a:latin typeface="Segoe Sans"/>
              </a:rPr>
              <a:t>eDiscovery w SharePoint umożliwia wyszukiwanie, zabezpieczanie i eksportowanie danych na potrzeby postępowań prawnych. Użytkownicy mogą tworzyć sprawy eDiscovery, stosować blokady (</a:t>
            </a:r>
            <a:r>
              <a:rPr lang="pl-PL" b="0" i="0" err="1">
                <a:solidFill>
                  <a:schemeClr val="accent1">
                    <a:lumMod val="50000"/>
                  </a:schemeClr>
                </a:solidFill>
                <a:effectLst/>
                <a:latin typeface="Segoe Sans"/>
              </a:rPr>
              <a:t>hold</a:t>
            </a:r>
            <a:r>
              <a:rPr lang="pl-PL" b="0" i="0">
                <a:solidFill>
                  <a:schemeClr val="accent1">
                    <a:lumMod val="50000"/>
                  </a:schemeClr>
                </a:solidFill>
                <a:effectLst/>
                <a:latin typeface="Segoe Sans"/>
              </a:rPr>
              <a:t>) i przeszukiwać zawartość w SharePoint i Exchange.</a:t>
            </a:r>
            <a:endParaRPr lang="pl-PL">
              <a:solidFill>
                <a:schemeClr val="accent1">
                  <a:lumMod val="50000"/>
                </a:schemeClr>
              </a:solidFill>
            </a:endParaRPr>
          </a:p>
        </p:txBody>
      </p:sp>
    </p:spTree>
    <p:extLst>
      <p:ext uri="{BB962C8B-B14F-4D97-AF65-F5344CB8AC3E}">
        <p14:creationId xmlns:p14="http://schemas.microsoft.com/office/powerpoint/2010/main" val="22691341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B1D44-ACDF-3D4D-293E-02612089FD57}"/>
            </a:ext>
          </a:extLst>
        </p:cNvPr>
        <p:cNvGrpSpPr/>
        <p:nvPr/>
      </p:nvGrpSpPr>
      <p:grpSpPr>
        <a:xfrm>
          <a:off x="0" y="0"/>
          <a:ext cx="0" cy="0"/>
          <a:chOff x="0" y="0"/>
          <a:chExt cx="0" cy="0"/>
        </a:xfrm>
      </p:grpSpPr>
      <p:pic>
        <p:nvPicPr>
          <p:cNvPr id="5" name="Obraz 4">
            <a:extLst>
              <a:ext uri="{FF2B5EF4-FFF2-40B4-BE49-F238E27FC236}">
                <a16:creationId xmlns:a16="http://schemas.microsoft.com/office/drawing/2014/main" id="{347E4C26-A524-2520-DAC1-9DE4748D4162}"/>
              </a:ext>
            </a:extLst>
          </p:cNvPr>
          <p:cNvPicPr>
            <a:picLocks noChangeAspect="1"/>
          </p:cNvPicPr>
          <p:nvPr/>
        </p:nvPicPr>
        <p:blipFill>
          <a:blip r:embed="rId2"/>
          <a:stretch>
            <a:fillRect/>
          </a:stretch>
        </p:blipFill>
        <p:spPr>
          <a:xfrm>
            <a:off x="4377266" y="3130021"/>
            <a:ext cx="7662333" cy="2806949"/>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
        <p:nvSpPr>
          <p:cNvPr id="2" name="Tytuł 1">
            <a:extLst>
              <a:ext uri="{FF2B5EF4-FFF2-40B4-BE49-F238E27FC236}">
                <a16:creationId xmlns:a16="http://schemas.microsoft.com/office/drawing/2014/main" id="{89FE0A97-0DC2-9BDE-07BC-2039CC503A6E}"/>
              </a:ext>
            </a:extLst>
          </p:cNvPr>
          <p:cNvSpPr>
            <a:spLocks noGrp="1"/>
          </p:cNvSpPr>
          <p:nvPr>
            <p:ph type="title"/>
          </p:nvPr>
        </p:nvSpPr>
        <p:spPr/>
        <p:txBody>
          <a:bodyPr/>
          <a:lstStyle/>
          <a:p>
            <a:r>
              <a:rPr lang="pl-PL"/>
              <a:t>Mechanizm </a:t>
            </a:r>
            <a:r>
              <a:rPr lang="pl-PL" err="1"/>
              <a:t>eDsicovery</a:t>
            </a:r>
            <a:endParaRPr lang="pl-PL"/>
          </a:p>
        </p:txBody>
      </p:sp>
      <p:sp>
        <p:nvSpPr>
          <p:cNvPr id="3" name="Symbol zastępczy tekstu 2">
            <a:extLst>
              <a:ext uri="{FF2B5EF4-FFF2-40B4-BE49-F238E27FC236}">
                <a16:creationId xmlns:a16="http://schemas.microsoft.com/office/drawing/2014/main" id="{0BA5E1D7-0F38-3404-1CEE-5CA92925DC16}"/>
              </a:ext>
            </a:extLst>
          </p:cNvPr>
          <p:cNvSpPr>
            <a:spLocks noGrp="1"/>
          </p:cNvSpPr>
          <p:nvPr>
            <p:ph type="body" sz="quarter" idx="10"/>
          </p:nvPr>
        </p:nvSpPr>
        <p:spPr>
          <a:xfrm>
            <a:off x="838200" y="1349961"/>
            <a:ext cx="9596509" cy="914400"/>
          </a:xfrm>
        </p:spPr>
        <p:txBody>
          <a:bodyPr/>
          <a:lstStyle/>
          <a:p>
            <a:pPr marL="0" indent="0">
              <a:buNone/>
            </a:pPr>
            <a:r>
              <a:rPr lang="pl-PL" b="0" i="0">
                <a:solidFill>
                  <a:schemeClr val="accent1">
                    <a:lumMod val="50000"/>
                  </a:schemeClr>
                </a:solidFill>
                <a:effectLst/>
                <a:latin typeface="Segoe Sans"/>
              </a:rPr>
              <a:t>eDiscovery w SharePoint umożliwia wyszukiwanie, zabezpieczanie i eksportowanie danych na potrzeby postępowań prawnych. Użytkownicy mogą tworzyć sprawy eDiscovery, stosować blokady (</a:t>
            </a:r>
            <a:r>
              <a:rPr lang="pl-PL" b="0" i="0" err="1">
                <a:solidFill>
                  <a:schemeClr val="accent1">
                    <a:lumMod val="50000"/>
                  </a:schemeClr>
                </a:solidFill>
                <a:effectLst/>
                <a:latin typeface="Segoe Sans"/>
              </a:rPr>
              <a:t>hold</a:t>
            </a:r>
            <a:r>
              <a:rPr lang="pl-PL" b="0" i="0">
                <a:solidFill>
                  <a:schemeClr val="accent1">
                    <a:lumMod val="50000"/>
                  </a:schemeClr>
                </a:solidFill>
                <a:effectLst/>
                <a:latin typeface="Segoe Sans"/>
              </a:rPr>
              <a:t>) i przeszukiwać zawartość w SharePoint i Exchange.</a:t>
            </a:r>
            <a:endParaRPr lang="pl-PL">
              <a:solidFill>
                <a:schemeClr val="accent1">
                  <a:lumMod val="50000"/>
                </a:schemeClr>
              </a:solidFill>
            </a:endParaRPr>
          </a:p>
        </p:txBody>
      </p:sp>
    </p:spTree>
    <p:extLst>
      <p:ext uri="{BB962C8B-B14F-4D97-AF65-F5344CB8AC3E}">
        <p14:creationId xmlns:p14="http://schemas.microsoft.com/office/powerpoint/2010/main" val="307985487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39BD2-054F-5DFB-D4D0-D37B40021D1F}"/>
            </a:ext>
          </a:extLst>
        </p:cNvPr>
        <p:cNvGrpSpPr/>
        <p:nvPr/>
      </p:nvGrpSpPr>
      <p:grpSpPr>
        <a:xfrm>
          <a:off x="0" y="0"/>
          <a:ext cx="0" cy="0"/>
          <a:chOff x="0" y="0"/>
          <a:chExt cx="0" cy="0"/>
        </a:xfrm>
      </p:grpSpPr>
      <p:sp>
        <p:nvSpPr>
          <p:cNvPr id="9" name="Title 4"/>
          <p:cNvSpPr txBox="1">
            <a:spLocks/>
          </p:cNvSpPr>
          <p:nvPr/>
        </p:nvSpPr>
        <p:spPr>
          <a:xfrm>
            <a:off x="269241" y="289512"/>
            <a:ext cx="11655840" cy="89966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Data Loss Prevention in Microsoft Office</a:t>
            </a:r>
          </a:p>
        </p:txBody>
      </p:sp>
      <p:sp>
        <p:nvSpPr>
          <p:cNvPr id="17" name="Content Placeholder 5"/>
          <p:cNvSpPr txBox="1">
            <a:spLocks/>
          </p:cNvSpPr>
          <p:nvPr/>
        </p:nvSpPr>
        <p:spPr>
          <a:xfrm>
            <a:off x="6021319" y="1307499"/>
            <a:ext cx="5929489" cy="4663692"/>
          </a:xfrm>
          <a:prstGeom prst="rect">
            <a:avLst/>
          </a:prstGeom>
          <a:ln>
            <a:noFill/>
          </a:ln>
        </p:spPr>
        <p:txBody>
          <a:bodyPr vert="horz" lIns="0" tIns="0" rIns="0" bIns="0" rtlCol="0">
            <a:noAutofit/>
          </a:bodyPr>
          <a:lstStyle>
            <a:lvl1pPr marL="339725" marR="0" indent="-339725" algn="l" defTabSz="914363" rtl="0" eaLnBrk="1" fontAlgn="auto" latinLnBrk="0" hangingPunct="1">
              <a:lnSpc>
                <a:spcPct val="90000"/>
              </a:lnSpc>
              <a:spcBef>
                <a:spcPct val="20000"/>
              </a:spcBef>
              <a:spcAft>
                <a:spcPts val="0"/>
              </a:spcAft>
              <a:buClrTx/>
              <a:buSzPct val="80000"/>
              <a:buFont typeface="Arial" pitchFamily="34" charset="0"/>
              <a:buChar char="•"/>
              <a:tabLst/>
              <a:defRPr sz="3600" kern="1200" spc="-70" baseline="0">
                <a:gradFill>
                  <a:gsLst>
                    <a:gs pos="1250">
                      <a:schemeClr val="bg2"/>
                    </a:gs>
                    <a:gs pos="100000">
                      <a:schemeClr val="bg2"/>
                    </a:gs>
                  </a:gsLst>
                  <a:lin ang="5400000" scaled="0"/>
                </a:gradFill>
                <a:latin typeface="+mj-lt"/>
                <a:ea typeface="+mn-ea"/>
                <a:cs typeface="+mn-cs"/>
              </a:defRPr>
            </a:lvl1pPr>
            <a:lvl2pPr marL="573088" marR="0" indent="-233363" algn="l" defTabSz="914363" rtl="0" eaLnBrk="1" fontAlgn="auto" latinLnBrk="0" hangingPunct="1">
              <a:lnSpc>
                <a:spcPct val="90000"/>
              </a:lnSpc>
              <a:spcBef>
                <a:spcPct val="20000"/>
              </a:spcBef>
              <a:spcAft>
                <a:spcPts val="0"/>
              </a:spcAft>
              <a:buClrTx/>
              <a:buSzPct val="90000"/>
              <a:buFont typeface="Wingdings" pitchFamily="2" charset="2"/>
              <a:buChar char=""/>
              <a:tabLst/>
              <a:defRPr sz="2400" kern="1200" spc="0" baseline="0">
                <a:gradFill>
                  <a:gsLst>
                    <a:gs pos="1250">
                      <a:schemeClr val="bg2"/>
                    </a:gs>
                    <a:gs pos="100000">
                      <a:schemeClr val="bg2"/>
                    </a:gs>
                  </a:gsLst>
                  <a:lin ang="5400000" scaled="0"/>
                </a:gradFill>
                <a:latin typeface="+mn-lt"/>
                <a:ea typeface="+mn-ea"/>
                <a:cs typeface="+mn-cs"/>
              </a:defRPr>
            </a:lvl2pPr>
            <a:lvl3pPr marL="798513" marR="0" indent="-225425" algn="l" defTabSz="914363" rtl="0" eaLnBrk="1" fontAlgn="auto" latinLnBrk="0" hangingPunct="1">
              <a:lnSpc>
                <a:spcPct val="90000"/>
              </a:lnSpc>
              <a:spcBef>
                <a:spcPct val="20000"/>
              </a:spcBef>
              <a:spcAft>
                <a:spcPts val="0"/>
              </a:spcAft>
              <a:buClrTx/>
              <a:buSzPct val="90000"/>
              <a:buFont typeface="Wingdings" pitchFamily="2" charset="2"/>
              <a:buChar char=""/>
              <a:tabLst>
                <a:tab pos="798513" algn="l"/>
              </a:tabLst>
              <a:defRPr sz="2400" kern="1200" spc="0" baseline="0">
                <a:gradFill>
                  <a:gsLst>
                    <a:gs pos="1250">
                      <a:schemeClr val="bg2"/>
                    </a:gs>
                    <a:gs pos="100000">
                      <a:schemeClr val="bg2"/>
                    </a:gs>
                  </a:gsLst>
                  <a:lin ang="5400000" scaled="0"/>
                </a:gradFill>
                <a:latin typeface="+mn-lt"/>
                <a:ea typeface="+mn-ea"/>
                <a:cs typeface="+mn-cs"/>
              </a:defRPr>
            </a:lvl3pPr>
            <a:lvl4pPr marL="1030288" marR="0" indent="-231775" algn="l" defTabSz="914363" rtl="0" eaLnBrk="1" fontAlgn="auto" latinLnBrk="0" hangingPunct="1">
              <a:lnSpc>
                <a:spcPct val="90000"/>
              </a:lnSpc>
              <a:spcBef>
                <a:spcPct val="20000"/>
              </a:spcBef>
              <a:spcAft>
                <a:spcPts val="0"/>
              </a:spcAft>
              <a:buClrTx/>
              <a:buSzPct val="90000"/>
              <a:buFont typeface="Wingdings" pitchFamily="2" charset="2"/>
              <a:buChar char=""/>
              <a:tabLst/>
              <a:defRPr sz="2000" kern="1200" spc="0" baseline="0">
                <a:gradFill>
                  <a:gsLst>
                    <a:gs pos="1250">
                      <a:schemeClr val="bg2"/>
                    </a:gs>
                    <a:gs pos="100000">
                      <a:schemeClr val="bg2"/>
                    </a:gs>
                  </a:gsLst>
                  <a:lin ang="5400000" scaled="0"/>
                </a:gradFill>
                <a:latin typeface="+mn-lt"/>
                <a:ea typeface="+mn-ea"/>
                <a:cs typeface="+mn-cs"/>
              </a:defRPr>
            </a:lvl4pPr>
            <a:lvl5pPr marL="1255713" marR="0" indent="-225425" algn="l" defTabSz="914363" rtl="0" eaLnBrk="1" fontAlgn="auto" latinLnBrk="0" hangingPunct="1">
              <a:lnSpc>
                <a:spcPct val="90000"/>
              </a:lnSpc>
              <a:spcBef>
                <a:spcPct val="20000"/>
              </a:spcBef>
              <a:spcAft>
                <a:spcPts val="0"/>
              </a:spcAft>
              <a:buClrTx/>
              <a:buSzPct val="90000"/>
              <a:buFont typeface="Wingdings" pitchFamily="2" charset="2"/>
              <a:buChar char=""/>
              <a:tabLst>
                <a:tab pos="1255713" algn="l"/>
              </a:tabLst>
              <a:defRPr sz="2000" kern="1200" spc="0" baseline="0">
                <a:gradFill>
                  <a:gsLst>
                    <a:gs pos="1250">
                      <a:schemeClr val="bg2"/>
                    </a:gs>
                    <a:gs pos="100000">
                      <a:schemeClr val="bg2"/>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defRPr/>
            </a:pPr>
            <a:r>
              <a:rPr lang="en-US" sz="3234" spc="0">
                <a:solidFill>
                  <a:srgbClr val="072B60"/>
                </a:solidFill>
                <a:latin typeface="Segoe UI"/>
              </a:rPr>
              <a:t>Helps to  </a:t>
            </a:r>
          </a:p>
          <a:p>
            <a:pPr>
              <a:defRPr/>
            </a:pPr>
            <a:r>
              <a:rPr lang="en-US" sz="3234" spc="0">
                <a:solidFill>
                  <a:srgbClr val="292929"/>
                </a:solidFill>
                <a:latin typeface="Segoe UI"/>
              </a:rPr>
              <a:t>identify</a:t>
            </a:r>
          </a:p>
          <a:p>
            <a:pPr>
              <a:defRPr/>
            </a:pPr>
            <a:r>
              <a:rPr lang="en-US" sz="3234" spc="0">
                <a:solidFill>
                  <a:srgbClr val="292929"/>
                </a:solidFill>
                <a:latin typeface="Segoe UI"/>
              </a:rPr>
              <a:t>monitor</a:t>
            </a:r>
          </a:p>
          <a:p>
            <a:pPr>
              <a:defRPr/>
            </a:pPr>
            <a:r>
              <a:rPr lang="en-US" sz="3234" spc="0">
                <a:solidFill>
                  <a:srgbClr val="292929"/>
                </a:solidFill>
                <a:latin typeface="Segoe UI"/>
              </a:rPr>
              <a:t>protect </a:t>
            </a:r>
          </a:p>
          <a:p>
            <a:pPr marL="0" indent="0">
              <a:buNone/>
              <a:defRPr/>
            </a:pPr>
            <a:r>
              <a:rPr lang="en-US" sz="3234" spc="0">
                <a:solidFill>
                  <a:srgbClr val="072B60"/>
                </a:solidFill>
                <a:latin typeface="Segoe UI"/>
              </a:rPr>
              <a:t>sensitive data through deep content analysis</a:t>
            </a:r>
          </a:p>
        </p:txBody>
      </p:sp>
      <p:grpSp>
        <p:nvGrpSpPr>
          <p:cNvPr id="18" name="Group 17"/>
          <p:cNvGrpSpPr/>
          <p:nvPr/>
        </p:nvGrpSpPr>
        <p:grpSpPr>
          <a:xfrm>
            <a:off x="494805" y="1337887"/>
            <a:ext cx="4644815" cy="4663694"/>
            <a:chOff x="6707824" y="1700681"/>
            <a:chExt cx="4739187" cy="4758450"/>
          </a:xfrm>
        </p:grpSpPr>
        <p:sp>
          <p:nvSpPr>
            <p:cNvPr id="19" name="Rectangle 18"/>
            <p:cNvSpPr/>
            <p:nvPr/>
          </p:nvSpPr>
          <p:spPr bwMode="auto">
            <a:xfrm>
              <a:off x="6707824" y="1700681"/>
              <a:ext cx="2319566" cy="2319567"/>
            </a:xfrm>
            <a:prstGeom prst="rect">
              <a:avLst/>
            </a:prstGeom>
            <a:solidFill>
              <a:schemeClr val="accent1"/>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3" tIns="45701" rIns="45701" bIns="91403" numCol="1" spcCol="0" rtlCol="0" fromWordArt="0" anchor="b" anchorCtr="0" forceAA="0" compatLnSpc="1">
              <a:prstTxWarp prst="textNoShape">
                <a:avLst/>
              </a:prstTxWarp>
              <a:noAutofit/>
            </a:bodyPr>
            <a:lstStyle/>
            <a:p>
              <a:pPr defTabSz="913759" fontAlgn="base">
                <a:spcBef>
                  <a:spcPct val="0"/>
                </a:spcBef>
                <a:spcAft>
                  <a:spcPct val="0"/>
                </a:spcAft>
              </a:pPr>
              <a:r>
                <a:rPr lang="en-US" sz="1960">
                  <a:solidFill>
                    <a:srgbClr val="FFFFFF"/>
                  </a:solidFill>
                  <a:latin typeface="Segoe UI"/>
                  <a:ea typeface="Segoe UI" pitchFamily="34" charset="0"/>
                  <a:cs typeface="Segoe UI" pitchFamily="34" charset="0"/>
                </a:rPr>
                <a:t>Identify</a:t>
              </a:r>
            </a:p>
          </p:txBody>
        </p:sp>
        <p:sp>
          <p:nvSpPr>
            <p:cNvPr id="20" name="Rectangle 19"/>
            <p:cNvSpPr/>
            <p:nvPr/>
          </p:nvSpPr>
          <p:spPr bwMode="auto">
            <a:xfrm>
              <a:off x="6707824" y="4139564"/>
              <a:ext cx="2319566" cy="2319567"/>
            </a:xfrm>
            <a:prstGeom prst="rect">
              <a:avLst/>
            </a:prstGeom>
            <a:solidFill>
              <a:schemeClr val="accent1"/>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3" tIns="45701" rIns="45701" bIns="91403" numCol="1" spcCol="0" rtlCol="0" fromWordArt="0" anchor="b" anchorCtr="0" forceAA="0" compatLnSpc="1">
              <a:prstTxWarp prst="textNoShape">
                <a:avLst/>
              </a:prstTxWarp>
              <a:noAutofit/>
            </a:bodyPr>
            <a:lstStyle/>
            <a:p>
              <a:pPr defTabSz="913759" fontAlgn="base">
                <a:spcBef>
                  <a:spcPct val="0"/>
                </a:spcBef>
                <a:spcAft>
                  <a:spcPct val="0"/>
                </a:spcAft>
              </a:pPr>
              <a:r>
                <a:rPr lang="en-US" sz="1960">
                  <a:solidFill>
                    <a:srgbClr val="FFFFFF"/>
                  </a:solidFill>
                  <a:latin typeface="Segoe UI"/>
                  <a:ea typeface="Segoe UI" pitchFamily="34" charset="0"/>
                  <a:cs typeface="Segoe UI" pitchFamily="34" charset="0"/>
                </a:rPr>
                <a:t>Protect</a:t>
              </a:r>
            </a:p>
          </p:txBody>
        </p:sp>
        <p:sp>
          <p:nvSpPr>
            <p:cNvPr id="21" name="Rectangle 20"/>
            <p:cNvSpPr/>
            <p:nvPr/>
          </p:nvSpPr>
          <p:spPr bwMode="auto">
            <a:xfrm>
              <a:off x="9127445" y="1700681"/>
              <a:ext cx="2319566" cy="2319567"/>
            </a:xfrm>
            <a:prstGeom prst="rect">
              <a:avLst/>
            </a:prstGeom>
            <a:solidFill>
              <a:schemeClr val="accent1"/>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3" tIns="45701" rIns="45701" bIns="91403" numCol="1" spcCol="0" rtlCol="0" fromWordArt="0" anchor="b" anchorCtr="0" forceAA="0" compatLnSpc="1">
              <a:prstTxWarp prst="textNoShape">
                <a:avLst/>
              </a:prstTxWarp>
              <a:noAutofit/>
            </a:bodyPr>
            <a:lstStyle/>
            <a:p>
              <a:pPr defTabSz="913759" fontAlgn="base">
                <a:spcBef>
                  <a:spcPct val="0"/>
                </a:spcBef>
                <a:spcAft>
                  <a:spcPct val="0"/>
                </a:spcAft>
              </a:pPr>
              <a:r>
                <a:rPr lang="en-US" sz="1960">
                  <a:solidFill>
                    <a:srgbClr val="FFFFFF"/>
                  </a:solidFill>
                  <a:latin typeface="Segoe UI"/>
                  <a:ea typeface="Segoe UI" pitchFamily="34" charset="0"/>
                  <a:cs typeface="Segoe UI" pitchFamily="34" charset="0"/>
                </a:rPr>
                <a:t>Monitor</a:t>
              </a:r>
            </a:p>
          </p:txBody>
        </p:sp>
        <p:sp>
          <p:nvSpPr>
            <p:cNvPr id="22" name="Rectangle 21"/>
            <p:cNvSpPr/>
            <p:nvPr/>
          </p:nvSpPr>
          <p:spPr bwMode="auto">
            <a:xfrm>
              <a:off x="9127445" y="4139564"/>
              <a:ext cx="2319566" cy="2319567"/>
            </a:xfrm>
            <a:prstGeom prst="rect">
              <a:avLst/>
            </a:prstGeom>
            <a:solidFill>
              <a:schemeClr val="accent1"/>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03" tIns="45701" rIns="45701" bIns="91403" numCol="1" spcCol="0" rtlCol="0" fromWordArt="0" anchor="b" anchorCtr="0" forceAA="0" compatLnSpc="1">
              <a:prstTxWarp prst="textNoShape">
                <a:avLst/>
              </a:prstTxWarp>
              <a:noAutofit/>
            </a:bodyPr>
            <a:lstStyle/>
            <a:p>
              <a:pPr defTabSz="913759" fontAlgn="base">
                <a:spcBef>
                  <a:spcPct val="0"/>
                </a:spcBef>
                <a:spcAft>
                  <a:spcPct val="0"/>
                </a:spcAft>
              </a:pPr>
              <a:r>
                <a:rPr lang="en-US" sz="1960" spc="-49">
                  <a:solidFill>
                    <a:srgbClr val="FFFFFF"/>
                  </a:solidFill>
                  <a:latin typeface="Segoe UI"/>
                  <a:ea typeface="Segoe UI" pitchFamily="34" charset="0"/>
                  <a:cs typeface="Segoe UI" pitchFamily="34" charset="0"/>
                </a:rPr>
                <a:t>End user education</a:t>
              </a:r>
            </a:p>
          </p:txBody>
        </p:sp>
        <p:pic>
          <p:nvPicPr>
            <p:cNvPr id="23" name="Picture 6"/>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9838" t="16089" r="11889" b="16089"/>
            <a:stretch/>
          </p:blipFill>
          <p:spPr bwMode="auto">
            <a:xfrm>
              <a:off x="7198770" y="2032000"/>
              <a:ext cx="1470237" cy="1460539"/>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5" descr="W:\Open Engagements\Productivity\MS-Unified Communications\#1601 BizProd MOD Team Core Content Work\New Iconography\People\GroupOfPeople_060812.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538877" y="4468272"/>
              <a:ext cx="1496702" cy="1496702"/>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 descr="W:\Open Engagements\Productivity\MS-Unified Communications\#1601 BizProd MOD Team Core Content Work\New Iconography\Words\Draft\061312_Word_Icons\Shield_061312_white-16.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42204" y="4591220"/>
              <a:ext cx="1250805" cy="1250805"/>
            </a:xfrm>
            <a:prstGeom prst="rect">
              <a:avLst/>
            </a:prstGeom>
            <a:noFill/>
            <a:extLst>
              <a:ext uri="{909E8E84-426E-40DD-AFC4-6F175D3DCCD1}">
                <a14:hiddenFill xmlns:a14="http://schemas.microsoft.com/office/drawing/2010/main">
                  <a:solidFill>
                    <a:srgbClr val="FFFFFF"/>
                  </a:solidFill>
                </a14:hiddenFill>
              </a:ext>
            </a:extLst>
          </p:spPr>
        </p:pic>
      </p:grpSp>
      <p:pic>
        <p:nvPicPr>
          <p:cNvPr id="26" name="Picture 3" descr="C:\Users\hannahr\Dropbox\MOD Servers Metro Icon Library\david enriquez\061012\peopleICONS061012white_V3-02.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249350" y="1620285"/>
            <a:ext cx="1452092" cy="14492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962791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3"/>
          <p:cNvGraphicFramePr>
            <a:graphicFrameLocks/>
          </p:cNvGraphicFramePr>
          <p:nvPr>
            <p:extLst>
              <p:ext uri="{D42A27DB-BD31-4B8C-83A1-F6EECF244321}">
                <p14:modId xmlns:p14="http://schemas.microsoft.com/office/powerpoint/2010/main" val="637966315"/>
              </p:ext>
            </p:extLst>
          </p:nvPr>
        </p:nvGraphicFramePr>
        <p:xfrm>
          <a:off x="148387" y="739344"/>
          <a:ext cx="10037014" cy="5973600"/>
        </p:xfrm>
        <a:graphic>
          <a:graphicData uri="http://schemas.openxmlformats.org/drawingml/2006/table">
            <a:tbl>
              <a:tblPr firstRow="1" bandRow="1">
                <a:tableStyleId>{5C22544A-7EE6-4342-B048-85BDC9FD1C3A}</a:tableStyleId>
              </a:tblPr>
              <a:tblGrid>
                <a:gridCol w="1674451">
                  <a:extLst>
                    <a:ext uri="{9D8B030D-6E8A-4147-A177-3AD203B41FA5}">
                      <a16:colId xmlns:a16="http://schemas.microsoft.com/office/drawing/2014/main" val="1688120016"/>
                    </a:ext>
                  </a:extLst>
                </a:gridCol>
                <a:gridCol w="3553049">
                  <a:extLst>
                    <a:ext uri="{9D8B030D-6E8A-4147-A177-3AD203B41FA5}">
                      <a16:colId xmlns:a16="http://schemas.microsoft.com/office/drawing/2014/main" val="3360164217"/>
                    </a:ext>
                  </a:extLst>
                </a:gridCol>
                <a:gridCol w="2928978">
                  <a:extLst>
                    <a:ext uri="{9D8B030D-6E8A-4147-A177-3AD203B41FA5}">
                      <a16:colId xmlns:a16="http://schemas.microsoft.com/office/drawing/2014/main" val="631579383"/>
                    </a:ext>
                  </a:extLst>
                </a:gridCol>
                <a:gridCol w="1880536">
                  <a:extLst>
                    <a:ext uri="{9D8B030D-6E8A-4147-A177-3AD203B41FA5}">
                      <a16:colId xmlns:a16="http://schemas.microsoft.com/office/drawing/2014/main" val="20003"/>
                    </a:ext>
                  </a:extLst>
                </a:gridCol>
              </a:tblGrid>
              <a:tr h="801375">
                <a:tc>
                  <a:txBody>
                    <a:bodyPr/>
                    <a:lstStyle/>
                    <a:p>
                      <a:pPr algn="l"/>
                      <a:r>
                        <a:rPr lang="en-US" sz="2400" b="1">
                          <a:latin typeface="+mj-lt"/>
                        </a:rPr>
                        <a:t>Country/Region</a:t>
                      </a:r>
                    </a:p>
                  </a:txBody>
                  <a:tcPr marL="268857" marR="268857" marT="45696" marB="45696" anchor="ctr"/>
                </a:tc>
                <a:tc>
                  <a:txBody>
                    <a:bodyPr/>
                    <a:lstStyle/>
                    <a:p>
                      <a:pPr algn="l"/>
                      <a:r>
                        <a:rPr lang="en-US" sz="2400">
                          <a:latin typeface="+mj-lt"/>
                        </a:rPr>
                        <a:t>PII</a:t>
                      </a:r>
                      <a:endParaRPr lang="en-US" sz="2400" b="0">
                        <a:latin typeface="+mj-lt"/>
                      </a:endParaRPr>
                    </a:p>
                  </a:txBody>
                  <a:tcPr marL="268857" marR="268857" marT="45696" marB="45696" anchor="ctr"/>
                </a:tc>
                <a:tc>
                  <a:txBody>
                    <a:bodyPr/>
                    <a:lstStyle/>
                    <a:p>
                      <a:pPr algn="l"/>
                      <a:r>
                        <a:rPr lang="en-US" sz="2400">
                          <a:latin typeface="+mj-lt"/>
                        </a:rPr>
                        <a:t>Financial</a:t>
                      </a:r>
                      <a:endParaRPr lang="en-US" sz="2400" b="0">
                        <a:latin typeface="+mj-lt"/>
                      </a:endParaRPr>
                    </a:p>
                  </a:txBody>
                  <a:tcPr marL="268857" marR="268857" marT="45696" marB="45696" anchor="ctr"/>
                </a:tc>
                <a:tc>
                  <a:txBody>
                    <a:bodyPr/>
                    <a:lstStyle/>
                    <a:p>
                      <a:pPr algn="l"/>
                      <a:r>
                        <a:rPr lang="en-US" sz="2400" b="1">
                          <a:latin typeface="+mj-lt"/>
                          <a:cs typeface="Segoe UI" panose="020B0502040204020203" pitchFamily="34" charset="0"/>
                        </a:rPr>
                        <a:t>Health</a:t>
                      </a:r>
                    </a:p>
                  </a:txBody>
                  <a:tcPr marL="268857" marR="268857" marT="45696" marB="45696" anchor="ctr"/>
                </a:tc>
                <a:extLst>
                  <a:ext uri="{0D108BD9-81ED-4DB2-BD59-A6C34878D82A}">
                    <a16:rowId xmlns:a16="http://schemas.microsoft.com/office/drawing/2014/main" val="1590793332"/>
                  </a:ext>
                </a:extLst>
              </a:tr>
              <a:tr h="712328">
                <a:tc>
                  <a:txBody>
                    <a:bodyPr/>
                    <a:lstStyle/>
                    <a:p>
                      <a:pPr algn="r"/>
                      <a:r>
                        <a:rPr lang="en-US" sz="1800"/>
                        <a:t>US</a:t>
                      </a:r>
                      <a:endParaRPr lang="en-US" sz="1800" b="1">
                        <a:solidFill>
                          <a:srgbClr val="0072C6"/>
                        </a:solidFill>
                        <a:latin typeface="Segoe UI" pitchFamily="34" charset="0"/>
                        <a:ea typeface="Segoe UI" pitchFamily="34" charset="0"/>
                        <a:cs typeface="Segoe UI" pitchFamily="34" charset="0"/>
                      </a:endParaRPr>
                    </a:p>
                  </a:txBody>
                  <a:tcPr marL="268857" marR="268857" marT="45696" marB="45696" anchor="ctr"/>
                </a:tc>
                <a:tc>
                  <a:txBody>
                    <a:bodyPr/>
                    <a:lstStyle/>
                    <a:p>
                      <a:pPr algn="l"/>
                      <a:r>
                        <a:rPr lang="en-US" sz="1400" baseline="0"/>
                        <a:t>US State Security Breach Laws,</a:t>
                      </a:r>
                    </a:p>
                    <a:p>
                      <a:pPr algn="l"/>
                      <a:r>
                        <a:rPr lang="en-US" sz="1400" baseline="0"/>
                        <a:t>US State Social Security Laws, COPPA</a:t>
                      </a:r>
                      <a:endParaRPr lang="en-US" sz="1400" b="1" baseline="0">
                        <a:latin typeface="Segoe UI" pitchFamily="34" charset="0"/>
                        <a:ea typeface="Segoe UI" pitchFamily="34" charset="0"/>
                        <a:cs typeface="Segoe UI" pitchFamily="34" charset="0"/>
                      </a:endParaRPr>
                    </a:p>
                  </a:txBody>
                  <a:tcPr marL="268857" marR="268857" marT="45696" marB="45696"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aseline="0"/>
                        <a:t>GLBA &amp; PCI-DSS (Credit, Debit Card, Checking and Savings, ABA, Swift Code)</a:t>
                      </a:r>
                      <a:endParaRPr lang="en-US" sz="1400" b="1" baseline="0">
                        <a:latin typeface="Segoe UI" pitchFamily="34" charset="0"/>
                        <a:ea typeface="Segoe UI" pitchFamily="34" charset="0"/>
                        <a:cs typeface="Segoe UI" pitchFamily="34" charset="0"/>
                      </a:endParaRPr>
                    </a:p>
                  </a:txBody>
                  <a:tcPr marL="268857" marR="268857" marT="45696" marB="45696" anchor="ctr"/>
                </a:tc>
                <a:tc rowSpan="9">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aseline="0"/>
                        <a:t>Limited Investment:  </a:t>
                      </a:r>
                    </a:p>
                    <a:p>
                      <a:pPr marL="0" marR="0" indent="0" algn="l" defTabSz="914400" rtl="0" eaLnBrk="1" fontAlgn="auto" latinLnBrk="0" hangingPunct="1">
                        <a:lnSpc>
                          <a:spcPct val="100000"/>
                        </a:lnSpc>
                        <a:spcBef>
                          <a:spcPts val="0"/>
                        </a:spcBef>
                        <a:spcAft>
                          <a:spcPts val="0"/>
                        </a:spcAft>
                        <a:buClrTx/>
                        <a:buSzTx/>
                        <a:buFontTx/>
                        <a:buNone/>
                        <a:tabLst/>
                        <a:defRPr/>
                      </a:pPr>
                      <a:r>
                        <a:rPr lang="en-US" sz="1400" baseline="0"/>
                        <a:t>US HIPPA, </a:t>
                      </a:r>
                    </a:p>
                    <a:p>
                      <a:pPr marL="0" marR="0" indent="0" algn="l" defTabSz="914400" rtl="0" eaLnBrk="1" fontAlgn="auto" latinLnBrk="0" hangingPunct="1">
                        <a:lnSpc>
                          <a:spcPct val="100000"/>
                        </a:lnSpc>
                        <a:spcBef>
                          <a:spcPts val="0"/>
                        </a:spcBef>
                        <a:spcAft>
                          <a:spcPts val="0"/>
                        </a:spcAft>
                        <a:buClrTx/>
                        <a:buSzTx/>
                        <a:buFontTx/>
                        <a:buNone/>
                        <a:tabLst/>
                        <a:defRPr/>
                      </a:pPr>
                      <a:r>
                        <a:rPr lang="en-US" sz="1400" baseline="0"/>
                        <a:t>UK Health Service,</a:t>
                      </a:r>
                    </a:p>
                    <a:p>
                      <a:pPr marL="0" marR="0" indent="0" algn="l" defTabSz="914400" rtl="0" eaLnBrk="1" fontAlgn="auto" latinLnBrk="0" hangingPunct="1">
                        <a:lnSpc>
                          <a:spcPct val="100000"/>
                        </a:lnSpc>
                        <a:spcBef>
                          <a:spcPts val="0"/>
                        </a:spcBef>
                        <a:spcAft>
                          <a:spcPts val="0"/>
                        </a:spcAft>
                        <a:buClrTx/>
                        <a:buSzTx/>
                        <a:buFontTx/>
                        <a:buNone/>
                        <a:tabLst/>
                        <a:defRPr/>
                      </a:pPr>
                      <a:r>
                        <a:rPr lang="en-US" sz="1400" baseline="0"/>
                        <a:t>Canada Health Insurance card</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400"/>
                    </a:p>
                    <a:p>
                      <a:pPr marL="0" marR="0" indent="0" algn="l" defTabSz="914400" rtl="0" eaLnBrk="1" fontAlgn="auto" latinLnBrk="0" hangingPunct="1">
                        <a:lnSpc>
                          <a:spcPct val="100000"/>
                        </a:lnSpc>
                        <a:spcBef>
                          <a:spcPts val="0"/>
                        </a:spcBef>
                        <a:spcAft>
                          <a:spcPts val="0"/>
                        </a:spcAft>
                        <a:buClrTx/>
                        <a:buSzTx/>
                        <a:buFontTx/>
                        <a:buNone/>
                        <a:tabLst/>
                        <a:defRPr/>
                      </a:pPr>
                      <a:r>
                        <a:rPr lang="en-US" sz="1400"/>
                        <a:t>Rely on Partners and ISVs</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400" b="1" baseline="0">
                        <a:latin typeface="Segoe UI" pitchFamily="34" charset="0"/>
                        <a:ea typeface="Segoe UI" pitchFamily="34" charset="0"/>
                        <a:cs typeface="Segoe UI" pitchFamily="34" charset="0"/>
                      </a:endParaRPr>
                    </a:p>
                  </a:txBody>
                  <a:tcPr marL="268857" marR="268857" marT="45696" marB="45696" anchor="ctr"/>
                </a:tc>
                <a:extLst>
                  <a:ext uri="{0D108BD9-81ED-4DB2-BD59-A6C34878D82A}">
                    <a16:rowId xmlns:a16="http://schemas.microsoft.com/office/drawing/2014/main" val="1598640317"/>
                  </a:ext>
                </a:extLst>
              </a:tr>
              <a:tr h="504552">
                <a:tc>
                  <a:txBody>
                    <a:bodyPr/>
                    <a:lstStyle/>
                    <a:p>
                      <a:pPr algn="r"/>
                      <a:r>
                        <a:rPr lang="en-US" sz="1800"/>
                        <a:t>Germany</a:t>
                      </a:r>
                      <a:endParaRPr lang="en-US" sz="1800">
                        <a:solidFill>
                          <a:srgbClr val="0072C6"/>
                        </a:solidFill>
                        <a:latin typeface="Segoe UI" pitchFamily="34" charset="0"/>
                        <a:ea typeface="Segoe UI" pitchFamily="34" charset="0"/>
                        <a:cs typeface="Segoe UI" pitchFamily="34" charset="0"/>
                      </a:endParaRPr>
                    </a:p>
                  </a:txBody>
                  <a:tcPr marL="268857" marR="268857" marT="45696" marB="45696"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a:t>EU data protection,</a:t>
                      </a:r>
                      <a:r>
                        <a:rPr lang="en-US" sz="1400" baseline="0"/>
                        <a:t> </a:t>
                      </a:r>
                      <a:r>
                        <a:rPr lang="en-US" sz="1400"/>
                        <a:t>Drivers</a:t>
                      </a:r>
                      <a:r>
                        <a:rPr lang="en-US" sz="1400" baseline="0"/>
                        <a:t> License, Passport National Id</a:t>
                      </a:r>
                      <a:endParaRPr lang="en-US" sz="1400">
                        <a:latin typeface="Segoe UI" pitchFamily="34" charset="0"/>
                        <a:ea typeface="Segoe UI" pitchFamily="34" charset="0"/>
                        <a:cs typeface="Segoe UI" pitchFamily="34" charset="0"/>
                      </a:endParaRPr>
                    </a:p>
                  </a:txBody>
                  <a:tcPr marL="268857" marR="268857" marT="45696" marB="45696"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a:t>EU Credit, Debit Card</a:t>
                      </a:r>
                      <a:r>
                        <a:rPr lang="en-US" sz="1400" baseline="0"/>
                        <a:t>,</a:t>
                      </a:r>
                    </a:p>
                    <a:p>
                      <a:pPr marL="0" marR="0" indent="0" algn="l" defTabSz="914400" rtl="0" eaLnBrk="1" fontAlgn="auto" latinLnBrk="0" hangingPunct="1">
                        <a:lnSpc>
                          <a:spcPct val="100000"/>
                        </a:lnSpc>
                        <a:spcBef>
                          <a:spcPts val="0"/>
                        </a:spcBef>
                        <a:spcAft>
                          <a:spcPts val="0"/>
                        </a:spcAft>
                        <a:buClrTx/>
                        <a:buSzTx/>
                        <a:buFontTx/>
                        <a:buNone/>
                        <a:tabLst/>
                        <a:defRPr/>
                      </a:pPr>
                      <a:r>
                        <a:rPr lang="en-US" sz="1400" baseline="0"/>
                        <a:t>IBAN, VAT, BIC, Swift Code</a:t>
                      </a:r>
                      <a:endParaRPr lang="en-US" sz="1400" baseline="0">
                        <a:latin typeface="Segoe UI" pitchFamily="34" charset="0"/>
                        <a:ea typeface="Segoe UI" pitchFamily="34" charset="0"/>
                        <a:cs typeface="Segoe UI" pitchFamily="34" charset="0"/>
                      </a:endParaRPr>
                    </a:p>
                  </a:txBody>
                  <a:tcPr marL="268857" marR="268857" marT="45696" marB="45696" anchor="ct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baseline="0">
                        <a:latin typeface="Segoe UI" pitchFamily="34" charset="0"/>
                        <a:ea typeface="Segoe UI" pitchFamily="34" charset="0"/>
                        <a:cs typeface="Segoe UI" pitchFamily="34" charset="0"/>
                      </a:endParaRPr>
                    </a:p>
                  </a:txBody>
                  <a:tcPr marL="268857" marR="268857" marT="45696" marB="45696" anchor="ctr"/>
                </a:tc>
                <a:extLst>
                  <a:ext uri="{0D108BD9-81ED-4DB2-BD59-A6C34878D82A}">
                    <a16:rowId xmlns:a16="http://schemas.microsoft.com/office/drawing/2014/main" val="689570963"/>
                  </a:ext>
                </a:extLst>
              </a:tr>
              <a:tr h="504552">
                <a:tc>
                  <a:txBody>
                    <a:bodyPr/>
                    <a:lstStyle/>
                    <a:p>
                      <a:pPr algn="r"/>
                      <a:r>
                        <a:rPr lang="en-US" sz="1800"/>
                        <a:t>UK</a:t>
                      </a:r>
                      <a:endParaRPr lang="en-US" sz="1800">
                        <a:solidFill>
                          <a:srgbClr val="0072C6"/>
                        </a:solidFill>
                        <a:latin typeface="Segoe UI" pitchFamily="34" charset="0"/>
                        <a:ea typeface="Segoe UI" pitchFamily="34" charset="0"/>
                        <a:cs typeface="Segoe UI" pitchFamily="34" charset="0"/>
                      </a:endParaRPr>
                    </a:p>
                  </a:txBody>
                  <a:tcPr marL="268857" marR="268857" marT="45696" marB="45696" anchor="ctr"/>
                </a:tc>
                <a:tc>
                  <a:txBody>
                    <a:bodyPr/>
                    <a:lstStyle/>
                    <a:p>
                      <a:pPr algn="l"/>
                      <a:r>
                        <a:rPr lang="en-US" sz="1400"/>
                        <a:t>Data Protection Act,</a:t>
                      </a:r>
                      <a:r>
                        <a:rPr lang="en-US" sz="1400" baseline="0"/>
                        <a:t> </a:t>
                      </a:r>
                      <a:r>
                        <a:rPr lang="en-US" sz="1400"/>
                        <a:t>UK National Insurance, Tax Id, UK</a:t>
                      </a:r>
                      <a:r>
                        <a:rPr lang="en-US" sz="1400" baseline="0"/>
                        <a:t> Driver License, Passport</a:t>
                      </a:r>
                      <a:endParaRPr lang="en-US" sz="1400">
                        <a:latin typeface="Segoe UI" pitchFamily="34" charset="0"/>
                        <a:ea typeface="Segoe UI" pitchFamily="34" charset="0"/>
                        <a:cs typeface="Segoe UI" pitchFamily="34" charset="0"/>
                      </a:endParaRPr>
                    </a:p>
                  </a:txBody>
                  <a:tcPr marL="268857" marR="268857" marT="45696" marB="45696"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a:t>EU Credit, Debit Card,</a:t>
                      </a:r>
                      <a:endParaRPr lang="en-US" sz="1400" baseline="0"/>
                    </a:p>
                    <a:p>
                      <a:pPr marL="0" marR="0" indent="0" algn="l" defTabSz="914400" rtl="0" eaLnBrk="1" fontAlgn="auto" latinLnBrk="0" hangingPunct="1">
                        <a:lnSpc>
                          <a:spcPct val="100000"/>
                        </a:lnSpc>
                        <a:spcBef>
                          <a:spcPts val="0"/>
                        </a:spcBef>
                        <a:spcAft>
                          <a:spcPts val="0"/>
                        </a:spcAft>
                        <a:buClrTx/>
                        <a:buSzTx/>
                        <a:buFontTx/>
                        <a:buNone/>
                        <a:tabLst/>
                        <a:defRPr/>
                      </a:pPr>
                      <a:r>
                        <a:rPr lang="en-US" sz="1400" baseline="0"/>
                        <a:t>IBAN, BIC, VAT, Swift Code</a:t>
                      </a:r>
                      <a:endParaRPr lang="en-US" sz="1400" baseline="0">
                        <a:latin typeface="Segoe UI" pitchFamily="34" charset="0"/>
                        <a:ea typeface="Segoe UI" pitchFamily="34" charset="0"/>
                        <a:cs typeface="Segoe UI" pitchFamily="34" charset="0"/>
                      </a:endParaRPr>
                    </a:p>
                  </a:txBody>
                  <a:tcPr marL="268857" marR="268857" marT="45696" marB="45696" anchor="ct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baseline="0">
                        <a:latin typeface="Segoe UI" pitchFamily="34" charset="0"/>
                        <a:ea typeface="Segoe UI" pitchFamily="34" charset="0"/>
                        <a:cs typeface="Segoe UI" pitchFamily="34" charset="0"/>
                      </a:endParaRPr>
                    </a:p>
                  </a:txBody>
                  <a:tcPr marL="268857" marR="268857" marT="45696" marB="45696" anchor="ctr"/>
                </a:tc>
                <a:extLst>
                  <a:ext uri="{0D108BD9-81ED-4DB2-BD59-A6C34878D82A}">
                    <a16:rowId xmlns:a16="http://schemas.microsoft.com/office/drawing/2014/main" val="2487213504"/>
                  </a:ext>
                </a:extLst>
              </a:tr>
              <a:tr h="356141">
                <a:tc>
                  <a:txBody>
                    <a:bodyPr/>
                    <a:lstStyle/>
                    <a:p>
                      <a:pPr algn="r"/>
                      <a:r>
                        <a:rPr lang="en-US" sz="1800"/>
                        <a:t>Canada</a:t>
                      </a:r>
                      <a:endParaRPr lang="en-US" sz="1800">
                        <a:solidFill>
                          <a:srgbClr val="0072C6"/>
                        </a:solidFill>
                        <a:latin typeface="Segoe UI" pitchFamily="34" charset="0"/>
                        <a:ea typeface="Segoe UI" pitchFamily="34" charset="0"/>
                        <a:cs typeface="Segoe UI" pitchFamily="34" charset="0"/>
                      </a:endParaRPr>
                    </a:p>
                  </a:txBody>
                  <a:tcPr marL="268857" marR="268857" marT="45696" marB="45696" anchor="ctr"/>
                </a:tc>
                <a:tc>
                  <a:txBody>
                    <a:bodyPr/>
                    <a:lstStyle/>
                    <a:p>
                      <a:pPr algn="l"/>
                      <a:r>
                        <a:rPr lang="en-US" sz="1400">
                          <a:effectLst/>
                        </a:rPr>
                        <a:t>PIPED Act,</a:t>
                      </a:r>
                      <a:r>
                        <a:rPr lang="en-US" sz="1400" baseline="0">
                          <a:effectLst/>
                        </a:rPr>
                        <a:t> </a:t>
                      </a:r>
                      <a:r>
                        <a:rPr lang="en-US" sz="1400"/>
                        <a:t>Social Insurance, </a:t>
                      </a:r>
                      <a:r>
                        <a:rPr lang="en-US" sz="1400" baseline="0"/>
                        <a:t>Drivers License</a:t>
                      </a:r>
                      <a:endParaRPr lang="en-US" sz="1400">
                        <a:latin typeface="Segoe UI" pitchFamily="34" charset="0"/>
                        <a:ea typeface="Segoe UI" pitchFamily="34" charset="0"/>
                        <a:cs typeface="Segoe UI" pitchFamily="34" charset="0"/>
                      </a:endParaRPr>
                    </a:p>
                  </a:txBody>
                  <a:tcPr marL="268857" marR="268857" marT="45696" marB="45696"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a:t>Credit Card,</a:t>
                      </a:r>
                      <a:r>
                        <a:rPr lang="en-US" sz="1400" baseline="0"/>
                        <a:t> Swift Code</a:t>
                      </a:r>
                      <a:endParaRPr lang="en-US" sz="1400">
                        <a:latin typeface="Segoe UI" pitchFamily="34" charset="0"/>
                        <a:ea typeface="Segoe UI" pitchFamily="34" charset="0"/>
                        <a:cs typeface="Segoe UI" pitchFamily="34" charset="0"/>
                      </a:endParaRPr>
                    </a:p>
                  </a:txBody>
                  <a:tcPr marL="268857" marR="268857" marT="45696" marB="45696" anchor="ct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a:latin typeface="Segoe UI" pitchFamily="34" charset="0"/>
                        <a:ea typeface="Segoe UI" pitchFamily="34" charset="0"/>
                        <a:cs typeface="Segoe UI" pitchFamily="34" charset="0"/>
                      </a:endParaRPr>
                    </a:p>
                  </a:txBody>
                  <a:tcPr marL="268857" marR="268857" marT="45696" marB="45696" anchor="ctr"/>
                </a:tc>
                <a:extLst>
                  <a:ext uri="{0D108BD9-81ED-4DB2-BD59-A6C34878D82A}">
                    <a16:rowId xmlns:a16="http://schemas.microsoft.com/office/drawing/2014/main" val="2809952687"/>
                  </a:ext>
                </a:extLst>
              </a:tr>
              <a:tr h="504552">
                <a:tc>
                  <a:txBody>
                    <a:bodyPr/>
                    <a:lstStyle/>
                    <a:p>
                      <a:pPr algn="r"/>
                      <a:r>
                        <a:rPr lang="en-US" sz="1800"/>
                        <a:t>France</a:t>
                      </a:r>
                      <a:endParaRPr lang="en-US" sz="1800">
                        <a:solidFill>
                          <a:srgbClr val="0072C6"/>
                        </a:solidFill>
                        <a:latin typeface="Segoe UI" pitchFamily="34" charset="0"/>
                        <a:ea typeface="Segoe UI" pitchFamily="34" charset="0"/>
                        <a:cs typeface="Segoe UI" pitchFamily="34" charset="0"/>
                      </a:endParaRPr>
                    </a:p>
                  </a:txBody>
                  <a:tcPr marL="268857" marR="268857" marT="45696" marB="45696"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a:t>EU data protection, Data Protection Act,</a:t>
                      </a:r>
                    </a:p>
                    <a:p>
                      <a:pPr algn="l"/>
                      <a:r>
                        <a:rPr lang="en-US" sz="1400"/>
                        <a:t>National</a:t>
                      </a:r>
                      <a:r>
                        <a:rPr lang="en-US" sz="1400" baseline="0"/>
                        <a:t> Id (INSEE), Drivers License, Passport</a:t>
                      </a:r>
                      <a:endParaRPr lang="en-US" sz="1400">
                        <a:latin typeface="Segoe UI" pitchFamily="34" charset="0"/>
                        <a:ea typeface="Segoe UI" pitchFamily="34" charset="0"/>
                        <a:cs typeface="Segoe UI" pitchFamily="34" charset="0"/>
                      </a:endParaRPr>
                    </a:p>
                  </a:txBody>
                  <a:tcPr marL="268857" marR="268857" marT="45696" marB="45696"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a:t>EU Credit, Debit Card,</a:t>
                      </a:r>
                      <a:endParaRPr lang="en-US" sz="1400" baseline="0"/>
                    </a:p>
                    <a:p>
                      <a:pPr marL="0" marR="0" indent="0" algn="l" defTabSz="914400" rtl="0" eaLnBrk="1" fontAlgn="auto" latinLnBrk="0" hangingPunct="1">
                        <a:lnSpc>
                          <a:spcPct val="100000"/>
                        </a:lnSpc>
                        <a:spcBef>
                          <a:spcPts val="0"/>
                        </a:spcBef>
                        <a:spcAft>
                          <a:spcPts val="0"/>
                        </a:spcAft>
                        <a:buClrTx/>
                        <a:buSzTx/>
                        <a:buFontTx/>
                        <a:buNone/>
                        <a:tabLst/>
                        <a:defRPr/>
                      </a:pPr>
                      <a:r>
                        <a:rPr lang="en-US" sz="1400" baseline="0"/>
                        <a:t>IBAN, BIC, VAT, Swift Code</a:t>
                      </a:r>
                      <a:endParaRPr lang="en-US" sz="1400" baseline="0">
                        <a:latin typeface="Segoe UI" pitchFamily="34" charset="0"/>
                        <a:ea typeface="Segoe UI" pitchFamily="34" charset="0"/>
                        <a:cs typeface="Segoe UI" pitchFamily="34" charset="0"/>
                      </a:endParaRPr>
                    </a:p>
                  </a:txBody>
                  <a:tcPr marL="268857" marR="268857" marT="45696" marB="45696" anchor="ct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baseline="0">
                        <a:latin typeface="Segoe UI" pitchFamily="34" charset="0"/>
                        <a:ea typeface="Segoe UI" pitchFamily="34" charset="0"/>
                        <a:cs typeface="Segoe UI" pitchFamily="34" charset="0"/>
                      </a:endParaRPr>
                    </a:p>
                  </a:txBody>
                  <a:tcPr marL="268857" marR="268857" marT="45696" marB="45696" anchor="ctr"/>
                </a:tc>
                <a:extLst>
                  <a:ext uri="{0D108BD9-81ED-4DB2-BD59-A6C34878D82A}">
                    <a16:rowId xmlns:a16="http://schemas.microsoft.com/office/drawing/2014/main" val="3946083846"/>
                  </a:ext>
                </a:extLst>
              </a:tr>
              <a:tr h="504552">
                <a:tc>
                  <a:txBody>
                    <a:bodyPr/>
                    <a:lstStyle/>
                    <a:p>
                      <a:pPr algn="r"/>
                      <a:r>
                        <a:rPr lang="en-US" sz="1800"/>
                        <a:t>Japan</a:t>
                      </a:r>
                      <a:endParaRPr lang="en-US" sz="1800">
                        <a:solidFill>
                          <a:srgbClr val="0072C6"/>
                        </a:solidFill>
                        <a:latin typeface="Segoe UI" pitchFamily="34" charset="0"/>
                        <a:ea typeface="Segoe UI" pitchFamily="34" charset="0"/>
                        <a:cs typeface="Segoe UI" pitchFamily="34" charset="0"/>
                      </a:endParaRPr>
                    </a:p>
                  </a:txBody>
                  <a:tcPr marL="268857" marR="268857" marT="45696" marB="45696" anchor="ctr"/>
                </a:tc>
                <a:tc>
                  <a:txBody>
                    <a:bodyPr/>
                    <a:lstStyle/>
                    <a:p>
                      <a:pPr algn="l"/>
                      <a:r>
                        <a:rPr lang="en-US" sz="1400"/>
                        <a:t>PIPA, Resident Registration, </a:t>
                      </a:r>
                      <a:r>
                        <a:rPr lang="en-US" sz="1400" baseline="0"/>
                        <a:t>Social Insurance, Passport, Driving License </a:t>
                      </a:r>
                      <a:endParaRPr lang="en-US" sz="1400">
                        <a:latin typeface="Segoe UI" pitchFamily="34" charset="0"/>
                        <a:ea typeface="Segoe UI" pitchFamily="34" charset="0"/>
                        <a:cs typeface="Segoe UI" pitchFamily="34" charset="0"/>
                      </a:endParaRPr>
                    </a:p>
                  </a:txBody>
                  <a:tcPr marL="268857" marR="268857" marT="45696" marB="45696"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a:t>Credit</a:t>
                      </a:r>
                      <a:r>
                        <a:rPr lang="en-US" sz="1400" baseline="0"/>
                        <a:t> Card, </a:t>
                      </a:r>
                      <a:r>
                        <a:rPr lang="en-US" sz="1400"/>
                        <a:t>Bank</a:t>
                      </a:r>
                      <a:r>
                        <a:rPr lang="en-US" sz="1400" baseline="0"/>
                        <a:t> Account, Swift Code</a:t>
                      </a:r>
                      <a:endParaRPr lang="en-US" sz="1400" baseline="0">
                        <a:latin typeface="Segoe UI" pitchFamily="34" charset="0"/>
                        <a:ea typeface="Segoe UI" pitchFamily="34" charset="0"/>
                        <a:cs typeface="Segoe UI" pitchFamily="34" charset="0"/>
                      </a:endParaRPr>
                    </a:p>
                  </a:txBody>
                  <a:tcPr marL="268857" marR="268857" marT="45696" marB="45696" anchor="ct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baseline="0">
                        <a:latin typeface="Segoe UI" pitchFamily="34" charset="0"/>
                        <a:ea typeface="Segoe UI" pitchFamily="34" charset="0"/>
                        <a:cs typeface="Segoe UI" pitchFamily="34" charset="0"/>
                      </a:endParaRPr>
                    </a:p>
                  </a:txBody>
                  <a:tcPr marL="268857" marR="268857" marT="45696" marB="45696" anchor="ctr"/>
                </a:tc>
                <a:extLst>
                  <a:ext uri="{0D108BD9-81ED-4DB2-BD59-A6C34878D82A}">
                    <a16:rowId xmlns:a16="http://schemas.microsoft.com/office/drawing/2014/main" val="866326544"/>
                  </a:ext>
                </a:extLst>
              </a:tr>
              <a:tr h="504552">
                <a:tc>
                  <a:txBody>
                    <a:bodyPr/>
                    <a:lstStyle/>
                    <a:p>
                      <a:pPr algn="r"/>
                      <a:r>
                        <a:rPr lang="en-US" sz="1800"/>
                        <a:t>Australia</a:t>
                      </a:r>
                      <a:endParaRPr lang="en-US" sz="1800">
                        <a:solidFill>
                          <a:srgbClr val="0072C6"/>
                        </a:solidFill>
                        <a:latin typeface="Segoe UI" pitchFamily="34" charset="0"/>
                        <a:ea typeface="Segoe UI" pitchFamily="34" charset="0"/>
                        <a:cs typeface="Segoe UI" pitchFamily="34" charset="0"/>
                      </a:endParaRPr>
                    </a:p>
                  </a:txBody>
                  <a:tcPr marL="268857" marR="268857" marT="45696" marB="45696" anchor="ctr"/>
                </a:tc>
                <a:tc>
                  <a:txBody>
                    <a:bodyPr/>
                    <a:lstStyle/>
                    <a:p>
                      <a:pPr algn="l"/>
                      <a:r>
                        <a:rPr lang="en-US" sz="1400"/>
                        <a:t>Drivers License, Passport, Social</a:t>
                      </a:r>
                      <a:r>
                        <a:rPr lang="en-US" sz="1400" baseline="0"/>
                        <a:t> Insurance</a:t>
                      </a:r>
                      <a:endParaRPr lang="en-US" sz="1400">
                        <a:latin typeface="Segoe UI" pitchFamily="34" charset="0"/>
                        <a:ea typeface="Segoe UI" pitchFamily="34" charset="0"/>
                        <a:cs typeface="Segoe UI" pitchFamily="34" charset="0"/>
                      </a:endParaRPr>
                    </a:p>
                  </a:txBody>
                  <a:tcPr marL="268857" marR="268857" marT="45696" marB="45696"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baseline="0"/>
                        <a:t>Credit Card, Bank Account, Swift Code</a:t>
                      </a:r>
                    </a:p>
                  </a:txBody>
                  <a:tcPr marL="268857" marR="268857" marT="45696" marB="45696" anchor="ct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baseline="0"/>
                    </a:p>
                  </a:txBody>
                  <a:tcPr marL="268857" marR="268857" marT="45696" marB="45696" anchor="ctr"/>
                </a:tc>
                <a:extLst>
                  <a:ext uri="{0D108BD9-81ED-4DB2-BD59-A6C34878D82A}">
                    <a16:rowId xmlns:a16="http://schemas.microsoft.com/office/drawing/2014/main" val="1206139586"/>
                  </a:ext>
                </a:extLst>
              </a:tr>
              <a:tr h="356141">
                <a:tc>
                  <a:txBody>
                    <a:bodyPr/>
                    <a:lstStyle/>
                    <a:p>
                      <a:pPr algn="r"/>
                      <a:r>
                        <a:rPr lang="en-US" sz="1800">
                          <a:solidFill>
                            <a:schemeClr val="tx1"/>
                          </a:solidFill>
                          <a:latin typeface="Segoe UI" pitchFamily="34" charset="0"/>
                          <a:ea typeface="Segoe UI" pitchFamily="34" charset="0"/>
                          <a:cs typeface="Segoe UI" pitchFamily="34" charset="0"/>
                        </a:rPr>
                        <a:t>Finland</a:t>
                      </a:r>
                    </a:p>
                  </a:txBody>
                  <a:tcPr marL="268857" marR="268857" marT="45696" marB="45696" anchor="ctr"/>
                </a:tc>
                <a:tc>
                  <a:txBody>
                    <a:bodyPr/>
                    <a:lstStyle/>
                    <a:p>
                      <a:pPr algn="l"/>
                      <a:r>
                        <a:rPr lang="en-US" sz="1400">
                          <a:latin typeface="Segoe UI" pitchFamily="34" charset="0"/>
                          <a:ea typeface="Segoe UI" pitchFamily="34" charset="0"/>
                          <a:cs typeface="Segoe UI" pitchFamily="34" charset="0"/>
                        </a:rPr>
                        <a:t>Finland National ID</a:t>
                      </a:r>
                    </a:p>
                  </a:txBody>
                  <a:tcPr marL="268857" marR="268857" marT="45696" marB="45696"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baseline="0"/>
                    </a:p>
                  </a:txBody>
                  <a:tcPr marL="268857" marR="268857" marT="45696" marB="45696" anchor="ct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baseline="0"/>
                    </a:p>
                  </a:txBody>
                  <a:tcPr marL="268857" marR="268857" marT="45696" marB="45696" anchor="ctr"/>
                </a:tc>
                <a:extLst>
                  <a:ext uri="{0D108BD9-81ED-4DB2-BD59-A6C34878D82A}">
                    <a16:rowId xmlns:a16="http://schemas.microsoft.com/office/drawing/2014/main" val="10008"/>
                  </a:ext>
                </a:extLst>
              </a:tr>
              <a:tr h="504552">
                <a:tc>
                  <a:txBody>
                    <a:bodyPr/>
                    <a:lstStyle/>
                    <a:p>
                      <a:pPr algn="r"/>
                      <a:r>
                        <a:rPr lang="en-US" sz="1800">
                          <a:solidFill>
                            <a:schemeClr val="tx1"/>
                          </a:solidFill>
                          <a:latin typeface="Segoe UI" pitchFamily="34" charset="0"/>
                          <a:ea typeface="Segoe UI" pitchFamily="34" charset="0"/>
                          <a:cs typeface="Segoe UI" pitchFamily="34" charset="0"/>
                        </a:rPr>
                        <a:t>Poland</a:t>
                      </a:r>
                    </a:p>
                  </a:txBody>
                  <a:tcPr marL="268857" marR="268857" marT="45696" marB="45696" anchor="ctr"/>
                </a:tc>
                <a:tc>
                  <a:txBody>
                    <a:bodyPr/>
                    <a:lstStyle/>
                    <a:p>
                      <a:pPr algn="l"/>
                      <a:r>
                        <a:rPr lang="en-US" sz="1400">
                          <a:latin typeface="Segoe UI" pitchFamily="34" charset="0"/>
                          <a:ea typeface="Segoe UI" pitchFamily="34" charset="0"/>
                          <a:cs typeface="Segoe UI" pitchFamily="34" charset="0"/>
                        </a:rPr>
                        <a:t>Poland National ID (PESEL), Poland Identity Card, Poland Passport</a:t>
                      </a:r>
                    </a:p>
                  </a:txBody>
                  <a:tcPr marL="268857" marR="268857" marT="45696" marB="45696"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baseline="0"/>
                    </a:p>
                  </a:txBody>
                  <a:tcPr marL="268857" marR="268857" marT="45696" marB="45696" anchor="ctr"/>
                </a:tc>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400" baseline="0"/>
                    </a:p>
                  </a:txBody>
                  <a:tcPr marL="268857" marR="268857" marT="45696" marB="45696" anchor="ctr"/>
                </a:tc>
                <a:extLst>
                  <a:ext uri="{0D108BD9-81ED-4DB2-BD59-A6C34878D82A}">
                    <a16:rowId xmlns:a16="http://schemas.microsoft.com/office/drawing/2014/main" val="10009"/>
                  </a:ext>
                </a:extLst>
              </a:tr>
            </a:tbl>
          </a:graphicData>
        </a:graphic>
      </p:graphicFrame>
      <p:sp>
        <p:nvSpPr>
          <p:cNvPr id="4" name="Title 1"/>
          <p:cNvSpPr>
            <a:spLocks noGrp="1"/>
          </p:cNvSpPr>
          <p:nvPr>
            <p:ph type="title"/>
          </p:nvPr>
        </p:nvSpPr>
        <p:spPr>
          <a:xfrm>
            <a:off x="268080" y="145056"/>
            <a:ext cx="11655840" cy="899665"/>
          </a:xfrm>
        </p:spPr>
        <p:txBody>
          <a:bodyPr/>
          <a:lstStyle/>
          <a:p>
            <a:r>
              <a:rPr lang="en-US">
                <a:solidFill>
                  <a:schemeClr val="tx1"/>
                </a:solidFill>
              </a:rPr>
              <a:t>Built-in DLP Content Areas</a:t>
            </a:r>
          </a:p>
        </p:txBody>
      </p:sp>
    </p:spTree>
    <p:extLst>
      <p:ext uri="{BB962C8B-B14F-4D97-AF65-F5344CB8AC3E}">
        <p14:creationId xmlns:p14="http://schemas.microsoft.com/office/powerpoint/2010/main" val="365400117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7244A-0248-500B-DE57-DFB7E71CCD83}"/>
            </a:ext>
          </a:extLst>
        </p:cNvPr>
        <p:cNvGrpSpPr/>
        <p:nvPr/>
      </p:nvGrpSpPr>
      <p:grpSpPr>
        <a:xfrm>
          <a:off x="0" y="0"/>
          <a:ext cx="0" cy="0"/>
          <a:chOff x="0" y="0"/>
          <a:chExt cx="0" cy="0"/>
        </a:xfrm>
      </p:grpSpPr>
      <p:sp>
        <p:nvSpPr>
          <p:cNvPr id="6" name="Title 1"/>
          <p:cNvSpPr>
            <a:spLocks noGrp="1"/>
          </p:cNvSpPr>
          <p:nvPr>
            <p:ph type="title"/>
          </p:nvPr>
        </p:nvSpPr>
        <p:spPr>
          <a:xfrm>
            <a:off x="841248" y="365760"/>
            <a:ext cx="10515600" cy="1325880"/>
          </a:xfrm>
        </p:spPr>
        <p:txBody>
          <a:bodyPr anchor="ctr">
            <a:normAutofit/>
          </a:bodyPr>
          <a:lstStyle/>
          <a:p>
            <a:r>
              <a:rPr lang="en-US"/>
              <a:t>Data Loss Prevention in Compliance Center</a:t>
            </a:r>
          </a:p>
        </p:txBody>
      </p:sp>
      <p:sp>
        <p:nvSpPr>
          <p:cNvPr id="7" name="Content Placeholder 2"/>
          <p:cNvSpPr txBox="1">
            <a:spLocks/>
          </p:cNvSpPr>
          <p:nvPr/>
        </p:nvSpPr>
        <p:spPr>
          <a:xfrm>
            <a:off x="6158315" y="1691640"/>
            <a:ext cx="5067300" cy="4352544"/>
          </a:xfrm>
          <a:prstGeom prst="rect">
            <a:avLst/>
          </a:prstGeom>
        </p:spPr>
        <p:txBody>
          <a:bodyPr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kern="1200">
                <a:solidFill>
                  <a:srgbClr val="003783"/>
                </a:solidFill>
              </a:rPr>
              <a:t>Managing DLP policies across Office 365 workloads</a:t>
            </a:r>
          </a:p>
          <a:p>
            <a:pPr marL="0" lvl="1" algn="r"/>
            <a:r>
              <a:rPr lang="en-US" sz="1400" kern="1200">
                <a:solidFill>
                  <a:srgbClr val="003783"/>
                </a:solidFill>
              </a:rPr>
              <a:t>One policy definition independent of workload</a:t>
            </a:r>
          </a:p>
          <a:p>
            <a:pPr marL="0" lvl="1" algn="r"/>
            <a:r>
              <a:rPr lang="en-US" sz="1400" kern="1200">
                <a:solidFill>
                  <a:srgbClr val="003783"/>
                </a:solidFill>
              </a:rPr>
              <a:t>One policy lifecycle</a:t>
            </a:r>
          </a:p>
          <a:p>
            <a:pPr marL="0" lvl="1" algn="r"/>
            <a:r>
              <a:rPr lang="en-US" sz="1400" kern="1200">
                <a:solidFill>
                  <a:srgbClr val="003783"/>
                </a:solidFill>
              </a:rPr>
              <a:t>One set of sensitive type definitions</a:t>
            </a:r>
          </a:p>
          <a:p>
            <a:pPr marL="0" lvl="1" algn="r"/>
            <a:r>
              <a:rPr lang="en-US" sz="1400" kern="1200">
                <a:solidFill>
                  <a:srgbClr val="003783"/>
                </a:solidFill>
              </a:rPr>
              <a:t>New DLP policy from Template</a:t>
            </a:r>
          </a:p>
          <a:p>
            <a:pPr marL="0" lvl="1" algn="r"/>
            <a:r>
              <a:rPr lang="en-US" sz="1400" kern="1200">
                <a:solidFill>
                  <a:srgbClr val="003783"/>
                </a:solidFill>
              </a:rPr>
              <a:t>Import DLP policy</a:t>
            </a:r>
          </a:p>
        </p:txBody>
      </p:sp>
      <p:pic>
        <p:nvPicPr>
          <p:cNvPr id="8" name="Picture 3" descr="Obraz zawierający tekst, oprogramowanie, Strona internetowa, Ikona komputerowa&#10;&#10;Zawartość wygenerowana przez sztuczną inteligencję może być niepoprawna."/>
          <p:cNvPicPr>
            <a:picLocks noChangeAspect="1"/>
          </p:cNvPicPr>
          <p:nvPr/>
        </p:nvPicPr>
        <p:blipFill>
          <a:blip r:embed="rId2"/>
          <a:stretch>
            <a:fillRect/>
          </a:stretch>
        </p:blipFill>
        <p:spPr>
          <a:xfrm>
            <a:off x="835152" y="1691640"/>
            <a:ext cx="5667248" cy="4604638"/>
          </a:xfrm>
          <a:prstGeom prst="rect">
            <a:avLst/>
          </a:prstGeom>
          <a:noFill/>
        </p:spPr>
      </p:pic>
    </p:spTree>
    <p:extLst>
      <p:ext uri="{BB962C8B-B14F-4D97-AF65-F5344CB8AC3E}">
        <p14:creationId xmlns:p14="http://schemas.microsoft.com/office/powerpoint/2010/main" val="415896005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8F9E7-DE5B-DC31-544A-8F8D3607B265}"/>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BE800C69-014F-64E2-2D30-9FD72C577BE4}"/>
              </a:ext>
            </a:extLst>
          </p:cNvPr>
          <p:cNvSpPr txBox="1">
            <a:spLocks/>
          </p:cNvSpPr>
          <p:nvPr/>
        </p:nvSpPr>
        <p:spPr>
          <a:xfrm>
            <a:off x="6158315" y="1691640"/>
            <a:ext cx="5067300" cy="4352544"/>
          </a:xfrm>
          <a:prstGeom prst="rect">
            <a:avLst/>
          </a:prstGeom>
        </p:spPr>
        <p:txBody>
          <a:bodyPr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kern="1200">
                <a:solidFill>
                  <a:srgbClr val="003783"/>
                </a:solidFill>
              </a:rPr>
              <a:t>Managing DLP policies across Office 365 workloads</a:t>
            </a:r>
          </a:p>
          <a:p>
            <a:pPr marL="0" lvl="1" algn="r"/>
            <a:r>
              <a:rPr lang="en-US" sz="1400" kern="1200">
                <a:solidFill>
                  <a:srgbClr val="003783"/>
                </a:solidFill>
              </a:rPr>
              <a:t>One policy definition independent of workload</a:t>
            </a:r>
          </a:p>
          <a:p>
            <a:pPr marL="0" lvl="1" algn="r"/>
            <a:r>
              <a:rPr lang="en-US" sz="1400" kern="1200">
                <a:solidFill>
                  <a:srgbClr val="003783"/>
                </a:solidFill>
              </a:rPr>
              <a:t>One policy lifecycle</a:t>
            </a:r>
          </a:p>
          <a:p>
            <a:pPr marL="0" lvl="1" algn="r"/>
            <a:r>
              <a:rPr lang="en-US" sz="1400" kern="1200">
                <a:solidFill>
                  <a:srgbClr val="003783"/>
                </a:solidFill>
              </a:rPr>
              <a:t>One set of sensitive type definitions</a:t>
            </a:r>
          </a:p>
          <a:p>
            <a:pPr marL="0" lvl="1" algn="r"/>
            <a:r>
              <a:rPr lang="en-US" sz="1400" kern="1200">
                <a:solidFill>
                  <a:srgbClr val="003783"/>
                </a:solidFill>
              </a:rPr>
              <a:t>New DLP policy from Template</a:t>
            </a:r>
          </a:p>
          <a:p>
            <a:pPr marL="0" lvl="1" algn="r"/>
            <a:r>
              <a:rPr lang="en-US" sz="1400" kern="1200">
                <a:solidFill>
                  <a:srgbClr val="003783"/>
                </a:solidFill>
              </a:rPr>
              <a:t>Import DLP policy</a:t>
            </a:r>
          </a:p>
        </p:txBody>
      </p:sp>
      <p:pic>
        <p:nvPicPr>
          <p:cNvPr id="3" name="Obraz 2">
            <a:extLst>
              <a:ext uri="{FF2B5EF4-FFF2-40B4-BE49-F238E27FC236}">
                <a16:creationId xmlns:a16="http://schemas.microsoft.com/office/drawing/2014/main" id="{667C3C1B-0071-3943-E020-EB34A8E7FC91}"/>
              </a:ext>
            </a:extLst>
          </p:cNvPr>
          <p:cNvPicPr>
            <a:picLocks noChangeAspect="1"/>
          </p:cNvPicPr>
          <p:nvPr/>
        </p:nvPicPr>
        <p:blipFill>
          <a:blip r:embed="rId2"/>
          <a:stretch>
            <a:fillRect/>
          </a:stretch>
        </p:blipFill>
        <p:spPr>
          <a:xfrm>
            <a:off x="95005" y="934256"/>
            <a:ext cx="11567820" cy="5186502"/>
          </a:xfrm>
          <a:prstGeom prst="rect">
            <a:avLst/>
          </a:prstGeom>
        </p:spPr>
      </p:pic>
    </p:spTree>
    <p:extLst>
      <p:ext uri="{BB962C8B-B14F-4D97-AF65-F5344CB8AC3E}">
        <p14:creationId xmlns:p14="http://schemas.microsoft.com/office/powerpoint/2010/main" val="116756959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848467-82CF-24FD-64A0-F3800C2C4279}"/>
            </a:ext>
          </a:extLst>
        </p:cNvPr>
        <p:cNvGrpSpPr/>
        <p:nvPr/>
      </p:nvGrpSpPr>
      <p:grpSpPr>
        <a:xfrm>
          <a:off x="0" y="0"/>
          <a:ext cx="0" cy="0"/>
          <a:chOff x="0" y="0"/>
          <a:chExt cx="0" cy="0"/>
        </a:xfrm>
      </p:grpSpPr>
      <p:sp>
        <p:nvSpPr>
          <p:cNvPr id="7" name="Content Placeholder 2">
            <a:extLst>
              <a:ext uri="{FF2B5EF4-FFF2-40B4-BE49-F238E27FC236}">
                <a16:creationId xmlns:a16="http://schemas.microsoft.com/office/drawing/2014/main" id="{E948366C-B487-46BF-1154-692EA8C355C0}"/>
              </a:ext>
            </a:extLst>
          </p:cNvPr>
          <p:cNvSpPr txBox="1">
            <a:spLocks/>
          </p:cNvSpPr>
          <p:nvPr/>
        </p:nvSpPr>
        <p:spPr>
          <a:xfrm>
            <a:off x="6158315" y="1691640"/>
            <a:ext cx="5067300" cy="4352544"/>
          </a:xfrm>
          <a:prstGeom prst="rect">
            <a:avLst/>
          </a:prstGeom>
        </p:spPr>
        <p:txBody>
          <a:bodyPr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kern="1200">
                <a:solidFill>
                  <a:srgbClr val="003783"/>
                </a:solidFill>
              </a:rPr>
              <a:t>Managing DLP policies across Office 365 workloads</a:t>
            </a:r>
          </a:p>
          <a:p>
            <a:pPr marL="0" lvl="1" algn="r"/>
            <a:r>
              <a:rPr lang="en-US" sz="1400" kern="1200">
                <a:solidFill>
                  <a:srgbClr val="003783"/>
                </a:solidFill>
              </a:rPr>
              <a:t>One policy definition independent of workload</a:t>
            </a:r>
          </a:p>
          <a:p>
            <a:pPr marL="0" lvl="1" algn="r"/>
            <a:r>
              <a:rPr lang="en-US" sz="1400" kern="1200">
                <a:solidFill>
                  <a:srgbClr val="003783"/>
                </a:solidFill>
              </a:rPr>
              <a:t>One policy lifecycle</a:t>
            </a:r>
          </a:p>
          <a:p>
            <a:pPr marL="0" lvl="1" algn="r"/>
            <a:r>
              <a:rPr lang="en-US" sz="1400" kern="1200">
                <a:solidFill>
                  <a:srgbClr val="003783"/>
                </a:solidFill>
              </a:rPr>
              <a:t>One set of sensitive type definitions</a:t>
            </a:r>
          </a:p>
          <a:p>
            <a:pPr marL="0" lvl="1" algn="r"/>
            <a:r>
              <a:rPr lang="en-US" sz="1400" kern="1200">
                <a:solidFill>
                  <a:srgbClr val="003783"/>
                </a:solidFill>
              </a:rPr>
              <a:t>New DLP policy from Template</a:t>
            </a:r>
          </a:p>
          <a:p>
            <a:pPr marL="0" lvl="1" algn="r"/>
            <a:r>
              <a:rPr lang="en-US" sz="1400" kern="1200">
                <a:solidFill>
                  <a:srgbClr val="003783"/>
                </a:solidFill>
              </a:rPr>
              <a:t>Import DLP policy</a:t>
            </a:r>
          </a:p>
        </p:txBody>
      </p:sp>
      <p:pic>
        <p:nvPicPr>
          <p:cNvPr id="3" name="Obraz 2">
            <a:extLst>
              <a:ext uri="{FF2B5EF4-FFF2-40B4-BE49-F238E27FC236}">
                <a16:creationId xmlns:a16="http://schemas.microsoft.com/office/drawing/2014/main" id="{FC1491C5-9B13-373E-04C5-A6FBC553FF1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94732" y="890194"/>
            <a:ext cx="11277600" cy="5186502"/>
          </a:xfrm>
          <a:prstGeom prst="rect">
            <a:avLst/>
          </a:prstGeom>
        </p:spPr>
      </p:pic>
    </p:spTree>
    <p:extLst>
      <p:ext uri="{BB962C8B-B14F-4D97-AF65-F5344CB8AC3E}">
        <p14:creationId xmlns:p14="http://schemas.microsoft.com/office/powerpoint/2010/main" val="56905083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E799E-7775-3C7C-DF31-F111ACACD402}"/>
            </a:ext>
          </a:extLst>
        </p:cNvPr>
        <p:cNvGrpSpPr/>
        <p:nvPr/>
      </p:nvGrpSpPr>
      <p:grpSpPr>
        <a:xfrm>
          <a:off x="0" y="0"/>
          <a:ext cx="0" cy="0"/>
          <a:chOff x="0" y="0"/>
          <a:chExt cx="0" cy="0"/>
        </a:xfrm>
      </p:grpSpPr>
      <p:sp>
        <p:nvSpPr>
          <p:cNvPr id="3" name="Symbol zastępczy tekstu 2">
            <a:extLst>
              <a:ext uri="{FF2B5EF4-FFF2-40B4-BE49-F238E27FC236}">
                <a16:creationId xmlns:a16="http://schemas.microsoft.com/office/drawing/2014/main" id="{EB039222-5E96-6BF9-3F8E-AD748197CB52}"/>
              </a:ext>
            </a:extLst>
          </p:cNvPr>
          <p:cNvSpPr>
            <a:spLocks noGrp="1"/>
          </p:cNvSpPr>
          <p:nvPr>
            <p:ph type="body" sz="quarter" idx="10"/>
          </p:nvPr>
        </p:nvSpPr>
        <p:spPr>
          <a:xfrm>
            <a:off x="5247292" y="4804207"/>
            <a:ext cx="1179830" cy="914400"/>
          </a:xfrm>
        </p:spPr>
        <p:txBody>
          <a:bodyPr/>
          <a:lstStyle/>
          <a:p>
            <a:pPr marL="0" indent="0">
              <a:buNone/>
            </a:pPr>
            <a:r>
              <a:rPr lang="pl-PL" sz="2800"/>
              <a:t>LAB 07</a:t>
            </a:r>
          </a:p>
        </p:txBody>
      </p:sp>
      <p:pic>
        <p:nvPicPr>
          <p:cNvPr id="5" name="Obraz 4">
            <a:extLst>
              <a:ext uri="{FF2B5EF4-FFF2-40B4-BE49-F238E27FC236}">
                <a16:creationId xmlns:a16="http://schemas.microsoft.com/office/drawing/2014/main" id="{6D0E37F4-1B5A-70D5-292E-5FF52BE83D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9782" y="1705305"/>
            <a:ext cx="4514850" cy="3009900"/>
          </a:xfrm>
          <a:prstGeom prst="rect">
            <a:avLst/>
          </a:prstGeom>
        </p:spPr>
      </p:pic>
    </p:spTree>
    <p:extLst>
      <p:ext uri="{BB962C8B-B14F-4D97-AF65-F5344CB8AC3E}">
        <p14:creationId xmlns:p14="http://schemas.microsoft.com/office/powerpoint/2010/main" val="349556949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90B1C-FC22-FD60-0EDC-DAE965D62F04}"/>
            </a:ext>
          </a:extLst>
        </p:cNvPr>
        <p:cNvGrpSpPr/>
        <p:nvPr/>
      </p:nvGrpSpPr>
      <p:grpSpPr>
        <a:xfrm>
          <a:off x="0" y="0"/>
          <a:ext cx="0" cy="0"/>
          <a:chOff x="0" y="0"/>
          <a:chExt cx="0" cy="0"/>
        </a:xfrm>
      </p:grpSpPr>
      <p:sp>
        <p:nvSpPr>
          <p:cNvPr id="3" name="Symbol zastępczy tekstu 2">
            <a:extLst>
              <a:ext uri="{FF2B5EF4-FFF2-40B4-BE49-F238E27FC236}">
                <a16:creationId xmlns:a16="http://schemas.microsoft.com/office/drawing/2014/main" id="{364CA25E-AE57-CC25-884D-4637AE0879C2}"/>
              </a:ext>
            </a:extLst>
          </p:cNvPr>
          <p:cNvSpPr>
            <a:spLocks noGrp="1"/>
          </p:cNvSpPr>
          <p:nvPr>
            <p:ph type="body" sz="quarter" idx="10"/>
          </p:nvPr>
        </p:nvSpPr>
        <p:spPr>
          <a:xfrm>
            <a:off x="3539613" y="5330546"/>
            <a:ext cx="5112774" cy="914400"/>
          </a:xfrm>
        </p:spPr>
        <p:txBody>
          <a:bodyPr/>
          <a:lstStyle/>
          <a:p>
            <a:pPr marL="0" indent="0">
              <a:buNone/>
            </a:pPr>
            <a:r>
              <a:rPr lang="pl-PL" sz="2800" err="1"/>
              <a:t>Sharepoint</a:t>
            </a:r>
            <a:r>
              <a:rPr lang="pl-PL" sz="2800"/>
              <a:t> Premium oraz </a:t>
            </a:r>
            <a:r>
              <a:rPr lang="pl-PL" sz="2800" err="1"/>
              <a:t>Syntex</a:t>
            </a:r>
            <a:r>
              <a:rPr lang="pl-PL" sz="2800"/>
              <a:t> </a:t>
            </a:r>
          </a:p>
        </p:txBody>
      </p:sp>
      <p:pic>
        <p:nvPicPr>
          <p:cNvPr id="5" name="Obraz 4">
            <a:extLst>
              <a:ext uri="{FF2B5EF4-FFF2-40B4-BE49-F238E27FC236}">
                <a16:creationId xmlns:a16="http://schemas.microsoft.com/office/drawing/2014/main" id="{DBC0DD39-EA8C-4CAD-DF92-87606BDC4E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9782" y="1705305"/>
            <a:ext cx="4514850" cy="3009900"/>
          </a:xfrm>
          <a:prstGeom prst="rect">
            <a:avLst/>
          </a:prstGeom>
        </p:spPr>
      </p:pic>
    </p:spTree>
    <p:extLst>
      <p:ext uri="{BB962C8B-B14F-4D97-AF65-F5344CB8AC3E}">
        <p14:creationId xmlns:p14="http://schemas.microsoft.com/office/powerpoint/2010/main" val="131320721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1533517" cy="785003"/>
          </a:xfrm>
        </p:spPr>
        <p:txBody>
          <a:bodyPr/>
          <a:lstStyle/>
          <a:p>
            <a:r>
              <a:rPr lang="en-US" sz="3600"/>
              <a:t>Managing Other Tenant Setting</a:t>
            </a:r>
            <a:r>
              <a:rPr lang="pl-PL" sz="3600"/>
              <a:t> – Advanced management</a:t>
            </a:r>
            <a:endParaRPr lang="en-US" sz="3600"/>
          </a:p>
        </p:txBody>
      </p:sp>
      <p:sp>
        <p:nvSpPr>
          <p:cNvPr id="6" name="pole tekstowe 5">
            <a:extLst>
              <a:ext uri="{FF2B5EF4-FFF2-40B4-BE49-F238E27FC236}">
                <a16:creationId xmlns:a16="http://schemas.microsoft.com/office/drawing/2014/main" id="{252FC54C-F8A4-BFE1-9C0A-6399B6805E79}"/>
              </a:ext>
            </a:extLst>
          </p:cNvPr>
          <p:cNvSpPr txBox="1"/>
          <p:nvPr/>
        </p:nvSpPr>
        <p:spPr>
          <a:xfrm>
            <a:off x="294310" y="2459448"/>
            <a:ext cx="2879460" cy="2308324"/>
          </a:xfrm>
          <a:prstGeom prst="rect">
            <a:avLst/>
          </a:prstGeom>
          <a:noFill/>
        </p:spPr>
        <p:txBody>
          <a:bodyPr wrap="square">
            <a:spAutoFit/>
          </a:bodyPr>
          <a:lstStyle/>
          <a:p>
            <a:pPr marL="285750" indent="-285750">
              <a:buFont typeface="Arial" panose="020B0604020202020204" pitchFamily="34" charset="0"/>
              <a:buChar char="•"/>
            </a:pPr>
            <a:r>
              <a:rPr lang="en-US"/>
              <a:t>prevent content sprawl,</a:t>
            </a:r>
          </a:p>
          <a:p>
            <a:pPr marL="285750" indent="-285750">
              <a:buFont typeface="Arial" panose="020B0604020202020204" pitchFamily="34" charset="0"/>
              <a:buChar char="•"/>
            </a:pPr>
            <a:r>
              <a:rPr lang="en-US"/>
              <a:t>streamline access management for SharePoint and OneDrive sites, and</a:t>
            </a:r>
          </a:p>
          <a:p>
            <a:pPr marL="285750" indent="-285750">
              <a:buFont typeface="Arial" panose="020B0604020202020204" pitchFamily="34" charset="0"/>
              <a:buChar char="•"/>
            </a:pPr>
            <a:r>
              <a:rPr lang="en-US"/>
              <a:t>analyze usage patterns through comprehensive reporting.</a:t>
            </a:r>
            <a:endParaRPr lang="pl-PL"/>
          </a:p>
        </p:txBody>
      </p:sp>
      <p:pic>
        <p:nvPicPr>
          <p:cNvPr id="9" name="Obraz 8">
            <a:extLst>
              <a:ext uri="{FF2B5EF4-FFF2-40B4-BE49-F238E27FC236}">
                <a16:creationId xmlns:a16="http://schemas.microsoft.com/office/drawing/2014/main" id="{CEB8500A-976A-E121-A840-8F4F4AF0C8EF}"/>
              </a:ext>
            </a:extLst>
          </p:cNvPr>
          <p:cNvPicPr>
            <a:picLocks noChangeAspect="1"/>
          </p:cNvPicPr>
          <p:nvPr/>
        </p:nvPicPr>
        <p:blipFill>
          <a:blip r:embed="rId2"/>
          <a:stretch>
            <a:fillRect/>
          </a:stretch>
        </p:blipFill>
        <p:spPr>
          <a:xfrm>
            <a:off x="3361602" y="2715874"/>
            <a:ext cx="8459836" cy="3070831"/>
          </a:xfrm>
          <a:prstGeom prst="rect">
            <a:avLst/>
          </a:prstGeom>
          <a:ln>
            <a:noFill/>
          </a:ln>
          <a:effectLst>
            <a:softEdge rad="112500"/>
          </a:effectLst>
        </p:spPr>
      </p:pic>
      <p:sp>
        <p:nvSpPr>
          <p:cNvPr id="11" name="pole tekstowe 10">
            <a:extLst>
              <a:ext uri="{FF2B5EF4-FFF2-40B4-BE49-F238E27FC236}">
                <a16:creationId xmlns:a16="http://schemas.microsoft.com/office/drawing/2014/main" id="{109C21F2-79A4-429B-C2C3-3F0F34256948}"/>
              </a:ext>
            </a:extLst>
          </p:cNvPr>
          <p:cNvSpPr txBox="1"/>
          <p:nvPr/>
        </p:nvSpPr>
        <p:spPr>
          <a:xfrm>
            <a:off x="280219" y="1129381"/>
            <a:ext cx="11705304" cy="1477328"/>
          </a:xfrm>
          <a:prstGeom prst="rect">
            <a:avLst/>
          </a:prstGeom>
          <a:noFill/>
        </p:spPr>
        <p:txBody>
          <a:bodyPr wrap="square">
            <a:spAutoFit/>
          </a:bodyPr>
          <a:lstStyle/>
          <a:p>
            <a:r>
              <a:rPr lang="en-US"/>
              <a:t>SharePoint Advanced Management is an essential add-on for Microsoft 365 that equips IT administrators with a powerful suite of tools to bolster content governance throughout the Microsoft Copilot deployment journey.</a:t>
            </a:r>
            <a:endParaRPr lang="pl-PL"/>
          </a:p>
          <a:p>
            <a:endParaRPr lang="pl-PL"/>
          </a:p>
          <a:p>
            <a:r>
              <a:rPr lang="en-US"/>
              <a:t>Whether preparing for Copilot deployment or managing content post-implementation, this solution offers capabilities to:</a:t>
            </a:r>
          </a:p>
          <a:p>
            <a:endParaRPr lang="en-US"/>
          </a:p>
        </p:txBody>
      </p:sp>
    </p:spTree>
    <p:extLst>
      <p:ext uri="{BB962C8B-B14F-4D97-AF65-F5344CB8AC3E}">
        <p14:creationId xmlns:p14="http://schemas.microsoft.com/office/powerpoint/2010/main" val="339948232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ED8BA4-29E7-2ED0-A5A9-536C74E5A124}"/>
            </a:ext>
          </a:extLst>
        </p:cNvPr>
        <p:cNvGrpSpPr/>
        <p:nvPr/>
      </p:nvGrpSpPr>
      <p:grpSpPr>
        <a:xfrm>
          <a:off x="0" y="0"/>
          <a:ext cx="0" cy="0"/>
          <a:chOff x="0" y="0"/>
          <a:chExt cx="0" cy="0"/>
        </a:xfrm>
      </p:grpSpPr>
      <p:sp>
        <p:nvSpPr>
          <p:cNvPr id="8" name="Tytuł 7">
            <a:extLst>
              <a:ext uri="{FF2B5EF4-FFF2-40B4-BE49-F238E27FC236}">
                <a16:creationId xmlns:a16="http://schemas.microsoft.com/office/drawing/2014/main" id="{1EB47551-9274-DEEF-6733-03F222217151}"/>
              </a:ext>
            </a:extLst>
          </p:cNvPr>
          <p:cNvSpPr>
            <a:spLocks noGrp="1"/>
          </p:cNvSpPr>
          <p:nvPr>
            <p:ph type="title"/>
          </p:nvPr>
        </p:nvSpPr>
        <p:spPr>
          <a:xfrm>
            <a:off x="60385" y="293299"/>
            <a:ext cx="11533517" cy="785003"/>
          </a:xfrm>
        </p:spPr>
        <p:txBody>
          <a:bodyPr/>
          <a:lstStyle/>
          <a:p>
            <a:r>
              <a:rPr lang="en-US" sz="3600"/>
              <a:t>Managing Other Tenant Setting</a:t>
            </a:r>
            <a:r>
              <a:rPr lang="pl-PL" sz="3600"/>
              <a:t> – Advanced management</a:t>
            </a:r>
            <a:endParaRPr lang="en-US" sz="3600"/>
          </a:p>
        </p:txBody>
      </p:sp>
      <p:pic>
        <p:nvPicPr>
          <p:cNvPr id="3" name="Obraz 2">
            <a:extLst>
              <a:ext uri="{FF2B5EF4-FFF2-40B4-BE49-F238E27FC236}">
                <a16:creationId xmlns:a16="http://schemas.microsoft.com/office/drawing/2014/main" id="{AC56931C-ACED-436F-CF2C-CB90C60EF692}"/>
              </a:ext>
            </a:extLst>
          </p:cNvPr>
          <p:cNvPicPr>
            <a:picLocks noChangeAspect="1"/>
          </p:cNvPicPr>
          <p:nvPr/>
        </p:nvPicPr>
        <p:blipFill>
          <a:blip r:embed="rId2"/>
          <a:stretch>
            <a:fillRect/>
          </a:stretch>
        </p:blipFill>
        <p:spPr>
          <a:xfrm>
            <a:off x="1323416" y="1078302"/>
            <a:ext cx="9545167" cy="489212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56199425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A2375-8C89-774F-05F9-DB0B33551E18}"/>
            </a:ext>
          </a:extLst>
        </p:cNvPr>
        <p:cNvGrpSpPr/>
        <p:nvPr/>
      </p:nvGrpSpPr>
      <p:grpSpPr>
        <a:xfrm>
          <a:off x="0" y="0"/>
          <a:ext cx="0" cy="0"/>
          <a:chOff x="0" y="0"/>
          <a:chExt cx="0" cy="0"/>
        </a:xfrm>
      </p:grpSpPr>
      <p:sp>
        <p:nvSpPr>
          <p:cNvPr id="3" name="Symbol zastępczy tekstu 2">
            <a:extLst>
              <a:ext uri="{FF2B5EF4-FFF2-40B4-BE49-F238E27FC236}">
                <a16:creationId xmlns:a16="http://schemas.microsoft.com/office/drawing/2014/main" id="{D5C6C6EE-59A9-B651-2164-8295A542087A}"/>
              </a:ext>
            </a:extLst>
          </p:cNvPr>
          <p:cNvSpPr>
            <a:spLocks noGrp="1"/>
          </p:cNvSpPr>
          <p:nvPr>
            <p:ph type="body" sz="quarter" idx="10"/>
          </p:nvPr>
        </p:nvSpPr>
        <p:spPr>
          <a:xfrm>
            <a:off x="2831690" y="5360043"/>
            <a:ext cx="6528619" cy="914400"/>
          </a:xfrm>
        </p:spPr>
        <p:txBody>
          <a:bodyPr/>
          <a:lstStyle/>
          <a:p>
            <a:pPr marL="0" indent="0">
              <a:buNone/>
            </a:pPr>
            <a:r>
              <a:rPr lang="pl-PL" sz="2800" err="1"/>
              <a:t>Sharepoint</a:t>
            </a:r>
            <a:r>
              <a:rPr lang="pl-PL" sz="2800"/>
              <a:t> Advanced Management - DEMO</a:t>
            </a:r>
            <a:endParaRPr lang="pl-PL"/>
          </a:p>
        </p:txBody>
      </p:sp>
      <p:pic>
        <p:nvPicPr>
          <p:cNvPr id="5" name="Obraz 4">
            <a:extLst>
              <a:ext uri="{FF2B5EF4-FFF2-40B4-BE49-F238E27FC236}">
                <a16:creationId xmlns:a16="http://schemas.microsoft.com/office/drawing/2014/main" id="{32AF8168-2BC6-2EE7-82B2-DB4ADE3E24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9782" y="1705305"/>
            <a:ext cx="4514850" cy="3009900"/>
          </a:xfrm>
          <a:prstGeom prst="rect">
            <a:avLst/>
          </a:prstGeom>
        </p:spPr>
      </p:pic>
    </p:spTree>
    <p:extLst>
      <p:ext uri="{BB962C8B-B14F-4D97-AF65-F5344CB8AC3E}">
        <p14:creationId xmlns:p14="http://schemas.microsoft.com/office/powerpoint/2010/main" val="366920297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D9597-F184-E28E-48AD-F049AA733BFF}"/>
            </a:ext>
          </a:extLst>
        </p:cNvPr>
        <p:cNvGrpSpPr/>
        <p:nvPr/>
      </p:nvGrpSpPr>
      <p:grpSpPr>
        <a:xfrm>
          <a:off x="0" y="0"/>
          <a:ext cx="0" cy="0"/>
          <a:chOff x="0" y="0"/>
          <a:chExt cx="0" cy="0"/>
        </a:xfrm>
      </p:grpSpPr>
      <p:sp>
        <p:nvSpPr>
          <p:cNvPr id="8" name="Tytuł 7">
            <a:extLst>
              <a:ext uri="{FF2B5EF4-FFF2-40B4-BE49-F238E27FC236}">
                <a16:creationId xmlns:a16="http://schemas.microsoft.com/office/drawing/2014/main" id="{63BC80CD-8AAC-D2FC-25DF-DF6E76D03654}"/>
              </a:ext>
            </a:extLst>
          </p:cNvPr>
          <p:cNvSpPr>
            <a:spLocks noGrp="1"/>
          </p:cNvSpPr>
          <p:nvPr>
            <p:ph type="title"/>
          </p:nvPr>
        </p:nvSpPr>
        <p:spPr>
          <a:xfrm>
            <a:off x="60385" y="293299"/>
            <a:ext cx="11533517" cy="785003"/>
          </a:xfrm>
        </p:spPr>
        <p:txBody>
          <a:bodyPr/>
          <a:lstStyle/>
          <a:p>
            <a:r>
              <a:rPr lang="en-US" sz="3600"/>
              <a:t>Managing Other Tenant Setting</a:t>
            </a:r>
            <a:r>
              <a:rPr lang="pl-PL" sz="3600"/>
              <a:t> – </a:t>
            </a:r>
            <a:r>
              <a:rPr lang="pl-PL" sz="3600" err="1"/>
              <a:t>Sharepoint</a:t>
            </a:r>
            <a:r>
              <a:rPr lang="pl-PL" sz="3600"/>
              <a:t> </a:t>
            </a:r>
            <a:r>
              <a:rPr lang="pl-PL" sz="3600" err="1"/>
              <a:t>Syntex</a:t>
            </a:r>
            <a:endParaRPr lang="en-US" sz="3600"/>
          </a:p>
        </p:txBody>
      </p:sp>
      <p:sp>
        <p:nvSpPr>
          <p:cNvPr id="4" name="pole tekstowe 3">
            <a:extLst>
              <a:ext uri="{FF2B5EF4-FFF2-40B4-BE49-F238E27FC236}">
                <a16:creationId xmlns:a16="http://schemas.microsoft.com/office/drawing/2014/main" id="{96143C2C-C186-F53F-A903-269045A4F45C}"/>
              </a:ext>
            </a:extLst>
          </p:cNvPr>
          <p:cNvSpPr txBox="1"/>
          <p:nvPr/>
        </p:nvSpPr>
        <p:spPr>
          <a:xfrm>
            <a:off x="3156155" y="1526119"/>
            <a:ext cx="8418082" cy="3693319"/>
          </a:xfrm>
          <a:prstGeom prst="rect">
            <a:avLst/>
          </a:prstGeom>
          <a:noFill/>
        </p:spPr>
        <p:txBody>
          <a:bodyPr wrap="square">
            <a:spAutoFit/>
          </a:bodyPr>
          <a:lstStyle/>
          <a:p>
            <a:pPr algn="l">
              <a:buNone/>
            </a:pPr>
            <a:r>
              <a:rPr lang="en-US" b="0" i="0">
                <a:solidFill>
                  <a:srgbClr val="161616"/>
                </a:solidFill>
                <a:effectLst/>
                <a:latin typeface="Segoe UI" panose="020B0502040204020203" pitchFamily="34" charset="0"/>
              </a:rPr>
              <a:t>Microsoft Syntex is a powerful suite of AI-powered content management and productivity services designed to help your organization transform how you handle documents and information. </a:t>
            </a:r>
            <a:endParaRPr lang="pl-PL" b="0" i="0">
              <a:solidFill>
                <a:srgbClr val="161616"/>
              </a:solidFill>
              <a:effectLst/>
              <a:latin typeface="Segoe UI" panose="020B0502040204020203" pitchFamily="34" charset="0"/>
            </a:endParaRPr>
          </a:p>
          <a:p>
            <a:pPr algn="l">
              <a:buNone/>
            </a:pPr>
            <a:endParaRPr lang="pl-PL">
              <a:solidFill>
                <a:srgbClr val="161616"/>
              </a:solidFill>
              <a:latin typeface="Segoe UI" panose="020B0502040204020203" pitchFamily="34" charset="0"/>
            </a:endParaRPr>
          </a:p>
          <a:p>
            <a:pPr algn="l">
              <a:buNone/>
            </a:pPr>
            <a:r>
              <a:rPr lang="en-US" b="0" i="0">
                <a:solidFill>
                  <a:srgbClr val="161616"/>
                </a:solidFill>
                <a:effectLst/>
                <a:latin typeface="Segoe UI" panose="020B0502040204020203" pitchFamily="34" charset="0"/>
              </a:rPr>
              <a:t>A flexible pay-as-you-go model gives you access to advanced capabilities—such as intelligent document discovery, classification, analysis, and processing—without the need for upfront licensing commitments.</a:t>
            </a:r>
            <a:endParaRPr lang="pl-PL" b="0" i="0">
              <a:solidFill>
                <a:srgbClr val="161616"/>
              </a:solidFill>
              <a:effectLst/>
              <a:latin typeface="Segoe UI" panose="020B0502040204020203" pitchFamily="34" charset="0"/>
            </a:endParaRPr>
          </a:p>
          <a:p>
            <a:pPr algn="l">
              <a:buNone/>
            </a:pPr>
            <a:endParaRPr lang="en-US" b="0" i="0">
              <a:solidFill>
                <a:srgbClr val="161616"/>
              </a:solidFill>
              <a:effectLst/>
              <a:latin typeface="Segoe UI" panose="020B0502040204020203" pitchFamily="34" charset="0"/>
            </a:endParaRPr>
          </a:p>
          <a:p>
            <a:pPr algn="l"/>
            <a:r>
              <a:rPr lang="en-US" b="0" i="0">
                <a:solidFill>
                  <a:srgbClr val="161616"/>
                </a:solidFill>
                <a:effectLst/>
                <a:latin typeface="Segoe UI" panose="020B0502040204020203" pitchFamily="34" charset="0"/>
              </a:rPr>
              <a:t>By automating content workflows and enhancing document understanding, your everyday business content is turned into actionable knowledge. This not only streamlines operations and reduces manual effort, but also empowers people in your organization to make faster, more informed decisions based on insights extracted from their content.</a:t>
            </a:r>
          </a:p>
        </p:txBody>
      </p:sp>
      <p:pic>
        <p:nvPicPr>
          <p:cNvPr id="6" name="Obraz 5" descr="Obraz zawierający zrzut ekranu, Grafika, Wielobarwność, design&#10;&#10;Zawartość wygenerowana przez sztuczną inteligencję może być niepoprawna.">
            <a:extLst>
              <a:ext uri="{FF2B5EF4-FFF2-40B4-BE49-F238E27FC236}">
                <a16:creationId xmlns:a16="http://schemas.microsoft.com/office/drawing/2014/main" id="{237F9726-0E76-229D-C729-841B84A94E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763" y="1526119"/>
            <a:ext cx="1755398" cy="1755398"/>
          </a:xfrm>
          <a:prstGeom prst="rect">
            <a:avLst/>
          </a:prstGeom>
        </p:spPr>
      </p:pic>
      <p:sp>
        <p:nvSpPr>
          <p:cNvPr id="7" name="pole tekstowe 6">
            <a:extLst>
              <a:ext uri="{FF2B5EF4-FFF2-40B4-BE49-F238E27FC236}">
                <a16:creationId xmlns:a16="http://schemas.microsoft.com/office/drawing/2014/main" id="{2DE1AB5B-1198-244D-38B9-81A631CCC1D6}"/>
              </a:ext>
            </a:extLst>
          </p:cNvPr>
          <p:cNvSpPr txBox="1"/>
          <p:nvPr/>
        </p:nvSpPr>
        <p:spPr>
          <a:xfrm>
            <a:off x="551147" y="3692152"/>
            <a:ext cx="1888630" cy="369332"/>
          </a:xfrm>
          <a:prstGeom prst="rect">
            <a:avLst/>
          </a:prstGeom>
          <a:noFill/>
        </p:spPr>
        <p:txBody>
          <a:bodyPr wrap="square">
            <a:spAutoFit/>
          </a:bodyPr>
          <a:lstStyle/>
          <a:p>
            <a:pPr algn="l">
              <a:buNone/>
            </a:pPr>
            <a:r>
              <a:rPr lang="pl-PL" b="0" i="0">
                <a:solidFill>
                  <a:srgbClr val="161616"/>
                </a:solidFill>
                <a:effectLst/>
                <a:latin typeface="Segoe UI" panose="020B0502040204020203" pitchFamily="34" charset="0"/>
              </a:rPr>
              <a:t>Microsoft </a:t>
            </a:r>
            <a:r>
              <a:rPr lang="pl-PL" b="0" i="0" err="1">
                <a:solidFill>
                  <a:srgbClr val="161616"/>
                </a:solidFill>
                <a:effectLst/>
                <a:latin typeface="Segoe UI" panose="020B0502040204020203" pitchFamily="34" charset="0"/>
              </a:rPr>
              <a:t>Syntex</a:t>
            </a:r>
            <a:endParaRPr lang="en-US" b="0" i="0">
              <a:solidFill>
                <a:srgbClr val="161616"/>
              </a:solidFill>
              <a:effectLst/>
              <a:latin typeface="Segoe UI" panose="020B0502040204020203" pitchFamily="34" charset="0"/>
            </a:endParaRPr>
          </a:p>
        </p:txBody>
      </p:sp>
    </p:spTree>
    <p:extLst>
      <p:ext uri="{BB962C8B-B14F-4D97-AF65-F5344CB8AC3E}">
        <p14:creationId xmlns:p14="http://schemas.microsoft.com/office/powerpoint/2010/main" val="239205911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799AF-4BAE-B77F-08F2-C18C172C53E5}"/>
            </a:ext>
          </a:extLst>
        </p:cNvPr>
        <p:cNvGrpSpPr/>
        <p:nvPr/>
      </p:nvGrpSpPr>
      <p:grpSpPr>
        <a:xfrm>
          <a:off x="0" y="0"/>
          <a:ext cx="0" cy="0"/>
          <a:chOff x="0" y="0"/>
          <a:chExt cx="0" cy="0"/>
        </a:xfrm>
      </p:grpSpPr>
      <p:sp>
        <p:nvSpPr>
          <p:cNvPr id="8" name="Tytuł 7">
            <a:extLst>
              <a:ext uri="{FF2B5EF4-FFF2-40B4-BE49-F238E27FC236}">
                <a16:creationId xmlns:a16="http://schemas.microsoft.com/office/drawing/2014/main" id="{6BBE8257-C91E-96BD-19C3-D95F6A4BDD00}"/>
              </a:ext>
            </a:extLst>
          </p:cNvPr>
          <p:cNvSpPr>
            <a:spLocks noGrp="1"/>
          </p:cNvSpPr>
          <p:nvPr>
            <p:ph type="title"/>
          </p:nvPr>
        </p:nvSpPr>
        <p:spPr>
          <a:xfrm>
            <a:off x="60385" y="293299"/>
            <a:ext cx="11533517" cy="785003"/>
          </a:xfrm>
        </p:spPr>
        <p:txBody>
          <a:bodyPr/>
          <a:lstStyle/>
          <a:p>
            <a:r>
              <a:rPr lang="en-US" sz="3600"/>
              <a:t>Managing Other Tenant Setting</a:t>
            </a:r>
            <a:r>
              <a:rPr lang="pl-PL" sz="3600"/>
              <a:t> – </a:t>
            </a:r>
            <a:r>
              <a:rPr lang="pl-PL" sz="3600" err="1"/>
              <a:t>Sharepoint</a:t>
            </a:r>
            <a:r>
              <a:rPr lang="pl-PL" sz="3600"/>
              <a:t> </a:t>
            </a:r>
            <a:r>
              <a:rPr lang="pl-PL" sz="3600" err="1"/>
              <a:t>Syntex</a:t>
            </a:r>
            <a:endParaRPr lang="en-US" sz="3600"/>
          </a:p>
        </p:txBody>
      </p:sp>
      <p:pic>
        <p:nvPicPr>
          <p:cNvPr id="3" name="Obraz 2">
            <a:extLst>
              <a:ext uri="{FF2B5EF4-FFF2-40B4-BE49-F238E27FC236}">
                <a16:creationId xmlns:a16="http://schemas.microsoft.com/office/drawing/2014/main" id="{51DA3101-181D-F5B3-DFE8-68862A9B3DE4}"/>
              </a:ext>
            </a:extLst>
          </p:cNvPr>
          <p:cNvPicPr>
            <a:picLocks noChangeAspect="1"/>
          </p:cNvPicPr>
          <p:nvPr/>
        </p:nvPicPr>
        <p:blipFill>
          <a:blip r:embed="rId2"/>
          <a:stretch>
            <a:fillRect/>
          </a:stretch>
        </p:blipFill>
        <p:spPr>
          <a:xfrm>
            <a:off x="1309019" y="1528497"/>
            <a:ext cx="9573961" cy="3801005"/>
          </a:xfrm>
          <a:prstGeom prst="rect">
            <a:avLst/>
          </a:prstGeom>
        </p:spPr>
      </p:pic>
    </p:spTree>
    <p:extLst>
      <p:ext uri="{BB962C8B-B14F-4D97-AF65-F5344CB8AC3E}">
        <p14:creationId xmlns:p14="http://schemas.microsoft.com/office/powerpoint/2010/main" val="67403270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1533517" cy="785003"/>
          </a:xfrm>
        </p:spPr>
        <p:txBody>
          <a:bodyPr/>
          <a:lstStyle/>
          <a:p>
            <a:r>
              <a:rPr lang="en-US" sz="3600"/>
              <a:t>Managing Other Tenant Setting</a:t>
            </a:r>
            <a:r>
              <a:rPr lang="pl-PL" sz="3600"/>
              <a:t> – </a:t>
            </a:r>
            <a:r>
              <a:rPr lang="pl-PL" sz="3600" err="1"/>
              <a:t>Sharepoint</a:t>
            </a:r>
            <a:r>
              <a:rPr lang="pl-PL" sz="3600"/>
              <a:t> </a:t>
            </a:r>
            <a:r>
              <a:rPr lang="pl-PL" sz="3600" err="1"/>
              <a:t>Syntex</a:t>
            </a:r>
            <a:endParaRPr lang="en-US" sz="3600"/>
          </a:p>
        </p:txBody>
      </p:sp>
      <p:pic>
        <p:nvPicPr>
          <p:cNvPr id="4" name="Obraz 3">
            <a:extLst>
              <a:ext uri="{FF2B5EF4-FFF2-40B4-BE49-F238E27FC236}">
                <a16:creationId xmlns:a16="http://schemas.microsoft.com/office/drawing/2014/main" id="{091272BF-3070-0A20-5DD2-34D365103188}"/>
              </a:ext>
            </a:extLst>
          </p:cNvPr>
          <p:cNvPicPr>
            <a:picLocks noChangeAspect="1"/>
          </p:cNvPicPr>
          <p:nvPr/>
        </p:nvPicPr>
        <p:blipFill>
          <a:blip r:embed="rId2"/>
          <a:stretch>
            <a:fillRect/>
          </a:stretch>
        </p:blipFill>
        <p:spPr>
          <a:xfrm>
            <a:off x="1575756" y="1618997"/>
            <a:ext cx="9040487" cy="3620005"/>
          </a:xfrm>
          <a:prstGeom prst="rect">
            <a:avLst/>
          </a:prstGeom>
        </p:spPr>
      </p:pic>
    </p:spTree>
    <p:extLst>
      <p:ext uri="{BB962C8B-B14F-4D97-AF65-F5344CB8AC3E}">
        <p14:creationId xmlns:p14="http://schemas.microsoft.com/office/powerpoint/2010/main" val="387866578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B03F4-6DE1-041C-EAE2-A2406C6A629B}"/>
            </a:ext>
          </a:extLst>
        </p:cNvPr>
        <p:cNvGrpSpPr/>
        <p:nvPr/>
      </p:nvGrpSpPr>
      <p:grpSpPr>
        <a:xfrm>
          <a:off x="0" y="0"/>
          <a:ext cx="0" cy="0"/>
          <a:chOff x="0" y="0"/>
          <a:chExt cx="0" cy="0"/>
        </a:xfrm>
      </p:grpSpPr>
      <p:sp>
        <p:nvSpPr>
          <p:cNvPr id="8" name="Tytuł 7">
            <a:extLst>
              <a:ext uri="{FF2B5EF4-FFF2-40B4-BE49-F238E27FC236}">
                <a16:creationId xmlns:a16="http://schemas.microsoft.com/office/drawing/2014/main" id="{0059480F-8A9B-4D36-B9FE-58195427CD47}"/>
              </a:ext>
            </a:extLst>
          </p:cNvPr>
          <p:cNvSpPr>
            <a:spLocks noGrp="1"/>
          </p:cNvSpPr>
          <p:nvPr>
            <p:ph type="title"/>
          </p:nvPr>
        </p:nvSpPr>
        <p:spPr>
          <a:xfrm>
            <a:off x="60385" y="293299"/>
            <a:ext cx="8302739" cy="785003"/>
          </a:xfrm>
        </p:spPr>
        <p:txBody>
          <a:bodyPr/>
          <a:lstStyle/>
          <a:p>
            <a:r>
              <a:rPr lang="en-US" sz="3600"/>
              <a:t>Managing Other Tenant Setting</a:t>
            </a:r>
            <a:r>
              <a:rPr lang="pl-PL" sz="3600"/>
              <a:t> – </a:t>
            </a:r>
            <a:r>
              <a:rPr lang="pl-PL" sz="3600" err="1"/>
              <a:t>Sharepoint</a:t>
            </a:r>
            <a:r>
              <a:rPr lang="pl-PL" sz="3600"/>
              <a:t> </a:t>
            </a:r>
            <a:r>
              <a:rPr lang="pl-PL" sz="3600" err="1"/>
              <a:t>Syntex</a:t>
            </a:r>
            <a:endParaRPr lang="en-US" sz="3600"/>
          </a:p>
        </p:txBody>
      </p:sp>
      <p:pic>
        <p:nvPicPr>
          <p:cNvPr id="3" name="Obraz 2">
            <a:extLst>
              <a:ext uri="{FF2B5EF4-FFF2-40B4-BE49-F238E27FC236}">
                <a16:creationId xmlns:a16="http://schemas.microsoft.com/office/drawing/2014/main" id="{1F99E3B0-09F5-0CB8-7FBA-DAD96FA351A0}"/>
              </a:ext>
            </a:extLst>
          </p:cNvPr>
          <p:cNvPicPr>
            <a:picLocks noChangeAspect="1"/>
          </p:cNvPicPr>
          <p:nvPr/>
        </p:nvPicPr>
        <p:blipFill>
          <a:blip r:embed="rId2"/>
          <a:stretch>
            <a:fillRect/>
          </a:stretch>
        </p:blipFill>
        <p:spPr>
          <a:xfrm>
            <a:off x="444040" y="1795483"/>
            <a:ext cx="6909777" cy="1633517"/>
          </a:xfrm>
          <a:prstGeom prst="rect">
            <a:avLst/>
          </a:prstGeom>
        </p:spPr>
      </p:pic>
      <p:pic>
        <p:nvPicPr>
          <p:cNvPr id="6" name="Obraz 5">
            <a:extLst>
              <a:ext uri="{FF2B5EF4-FFF2-40B4-BE49-F238E27FC236}">
                <a16:creationId xmlns:a16="http://schemas.microsoft.com/office/drawing/2014/main" id="{80CE9D62-0E5F-7040-A16B-8DD6A70C2FA1}"/>
              </a:ext>
            </a:extLst>
          </p:cNvPr>
          <p:cNvPicPr>
            <a:picLocks noChangeAspect="1"/>
          </p:cNvPicPr>
          <p:nvPr/>
        </p:nvPicPr>
        <p:blipFill>
          <a:blip r:embed="rId3"/>
          <a:stretch>
            <a:fillRect/>
          </a:stretch>
        </p:blipFill>
        <p:spPr>
          <a:xfrm>
            <a:off x="8363124" y="0"/>
            <a:ext cx="3120953" cy="5934104"/>
          </a:xfrm>
          <a:prstGeom prst="rect">
            <a:avLst/>
          </a:prstGeom>
        </p:spPr>
      </p:pic>
      <p:sp>
        <p:nvSpPr>
          <p:cNvPr id="7" name="Strzałka: w prawo 6">
            <a:extLst>
              <a:ext uri="{FF2B5EF4-FFF2-40B4-BE49-F238E27FC236}">
                <a16:creationId xmlns:a16="http://schemas.microsoft.com/office/drawing/2014/main" id="{D0FDDF48-93C1-F1E9-AB39-92120A2C11BA}"/>
              </a:ext>
            </a:extLst>
          </p:cNvPr>
          <p:cNvSpPr/>
          <p:nvPr/>
        </p:nvSpPr>
        <p:spPr>
          <a:xfrm>
            <a:off x="7590503" y="2477729"/>
            <a:ext cx="678426" cy="31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12" name="pole tekstowe 11">
            <a:extLst>
              <a:ext uri="{FF2B5EF4-FFF2-40B4-BE49-F238E27FC236}">
                <a16:creationId xmlns:a16="http://schemas.microsoft.com/office/drawing/2014/main" id="{5999D0A8-F6CD-FC0B-70CE-3574778B5B9E}"/>
              </a:ext>
            </a:extLst>
          </p:cNvPr>
          <p:cNvSpPr txBox="1"/>
          <p:nvPr/>
        </p:nvSpPr>
        <p:spPr>
          <a:xfrm>
            <a:off x="444040" y="3803839"/>
            <a:ext cx="7146462" cy="1754326"/>
          </a:xfrm>
          <a:prstGeom prst="rect">
            <a:avLst/>
          </a:prstGeom>
          <a:noFill/>
        </p:spPr>
        <p:txBody>
          <a:bodyPr wrap="square">
            <a:spAutoFit/>
          </a:bodyPr>
          <a:lstStyle/>
          <a:p>
            <a:r>
              <a:rPr lang="en-US"/>
              <a:t>Microsoft Syntex services are billed on a pay-as-you-go basis. These services use an Azure subscription for billing and track usage and cost with a Syntex meter. </a:t>
            </a:r>
            <a:endParaRPr lang="pl-PL"/>
          </a:p>
          <a:p>
            <a:endParaRPr lang="pl-PL"/>
          </a:p>
          <a:p>
            <a:r>
              <a:rPr lang="en-US"/>
              <a:t>Read the Microsoft Syntex pay-as-you-go terms of service before you configure pay-as-you-go.</a:t>
            </a:r>
            <a:endParaRPr lang="pl-PL"/>
          </a:p>
        </p:txBody>
      </p:sp>
    </p:spTree>
    <p:extLst>
      <p:ext uri="{BB962C8B-B14F-4D97-AF65-F5344CB8AC3E}">
        <p14:creationId xmlns:p14="http://schemas.microsoft.com/office/powerpoint/2010/main" val="380584127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CBCB7-804C-332B-FBF1-9184601D0E4B}"/>
            </a:ext>
          </a:extLst>
        </p:cNvPr>
        <p:cNvGrpSpPr/>
        <p:nvPr/>
      </p:nvGrpSpPr>
      <p:grpSpPr>
        <a:xfrm>
          <a:off x="0" y="0"/>
          <a:ext cx="0" cy="0"/>
          <a:chOff x="0" y="0"/>
          <a:chExt cx="0" cy="0"/>
        </a:xfrm>
      </p:grpSpPr>
      <p:sp>
        <p:nvSpPr>
          <p:cNvPr id="3" name="Symbol zastępczy tekstu 2">
            <a:extLst>
              <a:ext uri="{FF2B5EF4-FFF2-40B4-BE49-F238E27FC236}">
                <a16:creationId xmlns:a16="http://schemas.microsoft.com/office/drawing/2014/main" id="{22A94719-2B09-1C17-94B6-298281BACEFD}"/>
              </a:ext>
            </a:extLst>
          </p:cNvPr>
          <p:cNvSpPr>
            <a:spLocks noGrp="1"/>
          </p:cNvSpPr>
          <p:nvPr>
            <p:ph type="body" sz="quarter" idx="10"/>
          </p:nvPr>
        </p:nvSpPr>
        <p:spPr>
          <a:xfrm>
            <a:off x="4378086" y="5379707"/>
            <a:ext cx="2918242" cy="914400"/>
          </a:xfrm>
        </p:spPr>
        <p:txBody>
          <a:bodyPr/>
          <a:lstStyle/>
          <a:p>
            <a:pPr marL="0" indent="0">
              <a:buNone/>
            </a:pPr>
            <a:r>
              <a:rPr lang="pl-PL" sz="2800" err="1"/>
              <a:t>Other</a:t>
            </a:r>
            <a:r>
              <a:rPr lang="pl-PL" sz="2800"/>
              <a:t> Applications</a:t>
            </a:r>
            <a:endParaRPr lang="pl-PL"/>
          </a:p>
        </p:txBody>
      </p:sp>
      <p:pic>
        <p:nvPicPr>
          <p:cNvPr id="5" name="Obraz 4">
            <a:extLst>
              <a:ext uri="{FF2B5EF4-FFF2-40B4-BE49-F238E27FC236}">
                <a16:creationId xmlns:a16="http://schemas.microsoft.com/office/drawing/2014/main" id="{2B0724BA-64ED-67B4-5D42-4E9BE5E748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9782" y="1705305"/>
            <a:ext cx="4514850" cy="3009900"/>
          </a:xfrm>
          <a:prstGeom prst="rect">
            <a:avLst/>
          </a:prstGeom>
        </p:spPr>
      </p:pic>
    </p:spTree>
    <p:extLst>
      <p:ext uri="{BB962C8B-B14F-4D97-AF65-F5344CB8AC3E}">
        <p14:creationId xmlns:p14="http://schemas.microsoft.com/office/powerpoint/2010/main" val="47415105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ED00A-3A40-7527-0CB5-A06E372E9A6D}"/>
            </a:ext>
          </a:extLst>
        </p:cNvPr>
        <p:cNvGrpSpPr/>
        <p:nvPr/>
      </p:nvGrpSpPr>
      <p:grpSpPr>
        <a:xfrm>
          <a:off x="0" y="0"/>
          <a:ext cx="0" cy="0"/>
          <a:chOff x="0" y="0"/>
          <a:chExt cx="0" cy="0"/>
        </a:xfrm>
      </p:grpSpPr>
      <p:sp>
        <p:nvSpPr>
          <p:cNvPr id="8" name="Tytuł 7">
            <a:extLst>
              <a:ext uri="{FF2B5EF4-FFF2-40B4-BE49-F238E27FC236}">
                <a16:creationId xmlns:a16="http://schemas.microsoft.com/office/drawing/2014/main" id="{08082589-2FCE-757E-F527-88D82367CA22}"/>
              </a:ext>
            </a:extLst>
          </p:cNvPr>
          <p:cNvSpPr>
            <a:spLocks noGrp="1"/>
          </p:cNvSpPr>
          <p:nvPr>
            <p:ph type="title"/>
          </p:nvPr>
        </p:nvSpPr>
        <p:spPr>
          <a:xfrm>
            <a:off x="60385" y="293299"/>
            <a:ext cx="11533517" cy="785003"/>
          </a:xfrm>
        </p:spPr>
        <p:txBody>
          <a:bodyPr/>
          <a:lstStyle/>
          <a:p>
            <a:r>
              <a:rPr lang="pl-PL" sz="3600" err="1"/>
              <a:t>Other</a:t>
            </a:r>
            <a:r>
              <a:rPr lang="pl-PL" sz="3600"/>
              <a:t> Application – Microsoft </a:t>
            </a:r>
            <a:r>
              <a:rPr lang="pl-PL" sz="3600" err="1"/>
              <a:t>Teams</a:t>
            </a:r>
            <a:r>
              <a:rPr lang="pl-PL" sz="3600"/>
              <a:t> and </a:t>
            </a:r>
            <a:r>
              <a:rPr lang="pl-PL" sz="3600" err="1"/>
              <a:t>Sharepoint</a:t>
            </a:r>
            <a:endParaRPr lang="en-US" sz="3600"/>
          </a:p>
        </p:txBody>
      </p:sp>
      <p:pic>
        <p:nvPicPr>
          <p:cNvPr id="19" name="Obraz 18" descr="Obraz zawierający Grafika, serce, symbol, design&#10;&#10;Zawartość wygenerowana przez sztuczną inteligencję może być niepoprawna.">
            <a:extLst>
              <a:ext uri="{FF2B5EF4-FFF2-40B4-BE49-F238E27FC236}">
                <a16:creationId xmlns:a16="http://schemas.microsoft.com/office/drawing/2014/main" id="{2D3D4123-5CC4-3E02-9F72-7DDD12DE60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0484" y="877394"/>
            <a:ext cx="2243720" cy="2243720"/>
          </a:xfrm>
          <a:prstGeom prst="rect">
            <a:avLst/>
          </a:prstGeom>
        </p:spPr>
      </p:pic>
      <p:pic>
        <p:nvPicPr>
          <p:cNvPr id="21" name="Obraz 20" descr="Obraz zawierający symbol, Grafika, logo, zrzut ekranu&#10;&#10;Zawartość wygenerowana przez sztuczną inteligencję może być niepoprawna.">
            <a:extLst>
              <a:ext uri="{FF2B5EF4-FFF2-40B4-BE49-F238E27FC236}">
                <a16:creationId xmlns:a16="http://schemas.microsoft.com/office/drawing/2014/main" id="{70DBC29B-588D-94CD-5922-78AE1EEE0A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4367" y="4227173"/>
            <a:ext cx="2811794" cy="1507873"/>
          </a:xfrm>
          <a:prstGeom prst="rect">
            <a:avLst/>
          </a:prstGeom>
        </p:spPr>
      </p:pic>
      <p:sp>
        <p:nvSpPr>
          <p:cNvPr id="27" name="pole tekstowe 26">
            <a:extLst>
              <a:ext uri="{FF2B5EF4-FFF2-40B4-BE49-F238E27FC236}">
                <a16:creationId xmlns:a16="http://schemas.microsoft.com/office/drawing/2014/main" id="{05DBC5FC-4774-2E84-E679-B703CC442AD2}"/>
              </a:ext>
            </a:extLst>
          </p:cNvPr>
          <p:cNvSpPr txBox="1"/>
          <p:nvPr/>
        </p:nvSpPr>
        <p:spPr>
          <a:xfrm>
            <a:off x="4243523" y="2289952"/>
            <a:ext cx="7612206" cy="2062103"/>
          </a:xfrm>
          <a:prstGeom prst="rect">
            <a:avLst/>
          </a:prstGeom>
          <a:noFill/>
        </p:spPr>
        <p:txBody>
          <a:bodyPr wrap="square">
            <a:spAutoFit/>
          </a:bodyPr>
          <a:lstStyle/>
          <a:p>
            <a:pPr algn="l">
              <a:buNone/>
            </a:pPr>
            <a:r>
              <a:rPr lang="en-US" sz="1600" b="0" i="0">
                <a:solidFill>
                  <a:srgbClr val="1E1E1E"/>
                </a:solidFill>
                <a:effectLst/>
                <a:latin typeface="Segoe UI" panose="020B0502040204020203" pitchFamily="34" charset="0"/>
              </a:rPr>
              <a:t>Every Teams channel has a SharePoint team site, and every SharePoint team site has a Teams channel. SharePoint is great for storing files in the cloud and making them accessible to a broad audience. </a:t>
            </a:r>
            <a:endParaRPr lang="pl-PL" sz="1600" b="0" i="0">
              <a:solidFill>
                <a:srgbClr val="1E1E1E"/>
              </a:solidFill>
              <a:effectLst/>
              <a:latin typeface="Segoe UI" panose="020B0502040204020203" pitchFamily="34" charset="0"/>
            </a:endParaRPr>
          </a:p>
          <a:p>
            <a:pPr algn="l">
              <a:buNone/>
            </a:pPr>
            <a:endParaRPr lang="pl-PL" sz="1600">
              <a:solidFill>
                <a:srgbClr val="1E1E1E"/>
              </a:solidFill>
              <a:latin typeface="Segoe UI" panose="020B0502040204020203" pitchFamily="34" charset="0"/>
            </a:endParaRPr>
          </a:p>
          <a:p>
            <a:pPr algn="l">
              <a:buNone/>
            </a:pPr>
            <a:r>
              <a:rPr lang="en-US" sz="1600" b="0" i="0">
                <a:solidFill>
                  <a:srgbClr val="1E1E1E"/>
                </a:solidFill>
                <a:effectLst/>
                <a:latin typeface="Segoe UI" panose="020B0502040204020203" pitchFamily="34" charset="0"/>
              </a:rPr>
              <a:t>And, you can take advantage of robust file permission management, document process flows, retention policies, and more.  Here are ways to work with SharePoint:</a:t>
            </a:r>
          </a:p>
          <a:p>
            <a:pPr algn="l">
              <a:buNone/>
            </a:pPr>
            <a:endParaRPr lang="en-US" sz="1600" b="0" i="0">
              <a:solidFill>
                <a:srgbClr val="1E1E1E"/>
              </a:solidFill>
              <a:effectLst/>
              <a:latin typeface="Segoe UI" panose="020B0502040204020203" pitchFamily="34" charset="0"/>
            </a:endParaRPr>
          </a:p>
        </p:txBody>
      </p:sp>
      <p:sp>
        <p:nvSpPr>
          <p:cNvPr id="28" name="Strzałka: w dół 27">
            <a:extLst>
              <a:ext uri="{FF2B5EF4-FFF2-40B4-BE49-F238E27FC236}">
                <a16:creationId xmlns:a16="http://schemas.microsoft.com/office/drawing/2014/main" id="{C46B1D75-F41D-FDDA-F090-B7049C07CE9C}"/>
              </a:ext>
            </a:extLst>
          </p:cNvPr>
          <p:cNvSpPr/>
          <p:nvPr/>
        </p:nvSpPr>
        <p:spPr>
          <a:xfrm>
            <a:off x="1534160" y="3125602"/>
            <a:ext cx="528320" cy="93472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
        <p:nvSpPr>
          <p:cNvPr id="29" name="Strzałka: w górę 28">
            <a:extLst>
              <a:ext uri="{FF2B5EF4-FFF2-40B4-BE49-F238E27FC236}">
                <a16:creationId xmlns:a16="http://schemas.microsoft.com/office/drawing/2014/main" id="{E0E7D390-E33E-083B-7D87-4A49EBDB36C5}"/>
              </a:ext>
            </a:extLst>
          </p:cNvPr>
          <p:cNvSpPr/>
          <p:nvPr/>
        </p:nvSpPr>
        <p:spPr>
          <a:xfrm>
            <a:off x="2378547" y="3121114"/>
            <a:ext cx="467360" cy="904853"/>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l-PL"/>
          </a:p>
        </p:txBody>
      </p:sp>
    </p:spTree>
    <p:extLst>
      <p:ext uri="{BB962C8B-B14F-4D97-AF65-F5344CB8AC3E}">
        <p14:creationId xmlns:p14="http://schemas.microsoft.com/office/powerpoint/2010/main" val="28106863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A0FEB-9CF1-04E8-E717-4543AFC0A00F}"/>
            </a:ext>
          </a:extLst>
        </p:cNvPr>
        <p:cNvGrpSpPr/>
        <p:nvPr/>
      </p:nvGrpSpPr>
      <p:grpSpPr>
        <a:xfrm>
          <a:off x="0" y="0"/>
          <a:ext cx="0" cy="0"/>
          <a:chOff x="0" y="0"/>
          <a:chExt cx="0" cy="0"/>
        </a:xfrm>
      </p:grpSpPr>
      <p:sp>
        <p:nvSpPr>
          <p:cNvPr id="8" name="Tytuł 7">
            <a:extLst>
              <a:ext uri="{FF2B5EF4-FFF2-40B4-BE49-F238E27FC236}">
                <a16:creationId xmlns:a16="http://schemas.microsoft.com/office/drawing/2014/main" id="{C41F4B6C-5CD0-A48D-F2F0-7CDD8FBDEE09}"/>
              </a:ext>
            </a:extLst>
          </p:cNvPr>
          <p:cNvSpPr>
            <a:spLocks noGrp="1"/>
          </p:cNvSpPr>
          <p:nvPr>
            <p:ph type="title"/>
          </p:nvPr>
        </p:nvSpPr>
        <p:spPr>
          <a:xfrm>
            <a:off x="60385" y="293299"/>
            <a:ext cx="11533517" cy="785003"/>
          </a:xfrm>
        </p:spPr>
        <p:txBody>
          <a:bodyPr/>
          <a:lstStyle/>
          <a:p>
            <a:r>
              <a:rPr lang="pl-PL" sz="3600" err="1"/>
              <a:t>Other</a:t>
            </a:r>
            <a:r>
              <a:rPr lang="pl-PL" sz="3600"/>
              <a:t> Application – Microsoft </a:t>
            </a:r>
            <a:r>
              <a:rPr lang="pl-PL" sz="3600" err="1"/>
              <a:t>Viva</a:t>
            </a:r>
            <a:endParaRPr lang="en-US" sz="3600"/>
          </a:p>
        </p:txBody>
      </p:sp>
      <p:pic>
        <p:nvPicPr>
          <p:cNvPr id="3" name="Obraz 2">
            <a:extLst>
              <a:ext uri="{FF2B5EF4-FFF2-40B4-BE49-F238E27FC236}">
                <a16:creationId xmlns:a16="http://schemas.microsoft.com/office/drawing/2014/main" id="{5D0C25DC-FBA7-D0F8-B033-90B44FC7E525}"/>
              </a:ext>
            </a:extLst>
          </p:cNvPr>
          <p:cNvPicPr>
            <a:picLocks noChangeAspect="1"/>
          </p:cNvPicPr>
          <p:nvPr/>
        </p:nvPicPr>
        <p:blipFill>
          <a:blip r:embed="rId2"/>
          <a:stretch>
            <a:fillRect/>
          </a:stretch>
        </p:blipFill>
        <p:spPr>
          <a:xfrm>
            <a:off x="545689" y="4498728"/>
            <a:ext cx="11100619" cy="1400154"/>
          </a:xfrm>
          <a:prstGeom prst="rect">
            <a:avLst/>
          </a:prstGeom>
          <a:ln>
            <a:noFill/>
          </a:ln>
          <a:effectLst>
            <a:outerShdw blurRad="292100" dist="139700" dir="2700000" algn="tl" rotWithShape="0">
              <a:srgbClr val="333333">
                <a:alpha val="65000"/>
              </a:srgbClr>
            </a:outerShdw>
          </a:effectLst>
        </p:spPr>
      </p:pic>
      <p:pic>
        <p:nvPicPr>
          <p:cNvPr id="6" name="Obraz 5">
            <a:extLst>
              <a:ext uri="{FF2B5EF4-FFF2-40B4-BE49-F238E27FC236}">
                <a16:creationId xmlns:a16="http://schemas.microsoft.com/office/drawing/2014/main" id="{DB8B5D19-2134-34C0-C9C0-DC8B195DF5F3}"/>
              </a:ext>
            </a:extLst>
          </p:cNvPr>
          <p:cNvPicPr>
            <a:picLocks noChangeAspect="1"/>
          </p:cNvPicPr>
          <p:nvPr/>
        </p:nvPicPr>
        <p:blipFill>
          <a:blip r:embed="rId3"/>
          <a:stretch>
            <a:fillRect/>
          </a:stretch>
        </p:blipFill>
        <p:spPr>
          <a:xfrm>
            <a:off x="1668065" y="1697467"/>
            <a:ext cx="8318155" cy="2575774"/>
          </a:xfrm>
          <a:prstGeom prst="rect">
            <a:avLst/>
          </a:prstGeom>
          <a:ln>
            <a:noFill/>
          </a:ln>
          <a:effectLst>
            <a:outerShdw blurRad="292100" dist="139700" dir="2700000" algn="tl" rotWithShape="0">
              <a:srgbClr val="333333">
                <a:alpha val="65000"/>
              </a:srgbClr>
            </a:outerShdw>
          </a:effectLst>
        </p:spPr>
      </p:pic>
      <p:sp>
        <p:nvSpPr>
          <p:cNvPr id="11" name="pole tekstowe 10">
            <a:extLst>
              <a:ext uri="{FF2B5EF4-FFF2-40B4-BE49-F238E27FC236}">
                <a16:creationId xmlns:a16="http://schemas.microsoft.com/office/drawing/2014/main" id="{50623B7B-3A4A-6473-E5CB-F6348E776D6E}"/>
              </a:ext>
            </a:extLst>
          </p:cNvPr>
          <p:cNvSpPr txBox="1"/>
          <p:nvPr/>
        </p:nvSpPr>
        <p:spPr>
          <a:xfrm>
            <a:off x="248262" y="912464"/>
            <a:ext cx="11695471" cy="369332"/>
          </a:xfrm>
          <a:prstGeom prst="rect">
            <a:avLst/>
          </a:prstGeom>
          <a:noFill/>
        </p:spPr>
        <p:txBody>
          <a:bodyPr wrap="square">
            <a:spAutoFit/>
          </a:bodyPr>
          <a:lstStyle/>
          <a:p>
            <a:r>
              <a:rPr lang="en-US"/>
              <a:t>Microsoft Viva is the employee experience platform within Microsoft 365 and Teams..</a:t>
            </a:r>
            <a:endParaRPr lang="pl-PL"/>
          </a:p>
        </p:txBody>
      </p:sp>
    </p:spTree>
    <p:extLst>
      <p:ext uri="{BB962C8B-B14F-4D97-AF65-F5344CB8AC3E}">
        <p14:creationId xmlns:p14="http://schemas.microsoft.com/office/powerpoint/2010/main" val="206573702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F6A02-F0BF-8DAB-3104-414A9302BD42}"/>
            </a:ext>
          </a:extLst>
        </p:cNvPr>
        <p:cNvGrpSpPr/>
        <p:nvPr/>
      </p:nvGrpSpPr>
      <p:grpSpPr>
        <a:xfrm>
          <a:off x="0" y="0"/>
          <a:ext cx="0" cy="0"/>
          <a:chOff x="0" y="0"/>
          <a:chExt cx="0" cy="0"/>
        </a:xfrm>
      </p:grpSpPr>
      <p:sp>
        <p:nvSpPr>
          <p:cNvPr id="8" name="Tytuł 7">
            <a:extLst>
              <a:ext uri="{FF2B5EF4-FFF2-40B4-BE49-F238E27FC236}">
                <a16:creationId xmlns:a16="http://schemas.microsoft.com/office/drawing/2014/main" id="{79C1CA1F-AE77-1486-38CF-5BB5DC0D77E9}"/>
              </a:ext>
            </a:extLst>
          </p:cNvPr>
          <p:cNvSpPr>
            <a:spLocks noGrp="1"/>
          </p:cNvSpPr>
          <p:nvPr>
            <p:ph type="title"/>
          </p:nvPr>
        </p:nvSpPr>
        <p:spPr>
          <a:xfrm>
            <a:off x="60385" y="293299"/>
            <a:ext cx="11533517" cy="785003"/>
          </a:xfrm>
        </p:spPr>
        <p:txBody>
          <a:bodyPr/>
          <a:lstStyle/>
          <a:p>
            <a:r>
              <a:rPr lang="pl-PL" sz="3600" err="1"/>
              <a:t>Other</a:t>
            </a:r>
            <a:r>
              <a:rPr lang="pl-PL" sz="3600"/>
              <a:t> Application – Microsoft </a:t>
            </a:r>
            <a:r>
              <a:rPr lang="pl-PL" sz="3600" err="1"/>
              <a:t>Viva</a:t>
            </a:r>
            <a:endParaRPr lang="en-US" sz="3600"/>
          </a:p>
        </p:txBody>
      </p:sp>
      <p:sp>
        <p:nvSpPr>
          <p:cNvPr id="11" name="pole tekstowe 10">
            <a:extLst>
              <a:ext uri="{FF2B5EF4-FFF2-40B4-BE49-F238E27FC236}">
                <a16:creationId xmlns:a16="http://schemas.microsoft.com/office/drawing/2014/main" id="{EE1C9207-3F1F-DA7D-A319-FD5550F4ADB9}"/>
              </a:ext>
            </a:extLst>
          </p:cNvPr>
          <p:cNvSpPr txBox="1"/>
          <p:nvPr/>
        </p:nvSpPr>
        <p:spPr>
          <a:xfrm>
            <a:off x="248262" y="912464"/>
            <a:ext cx="11695471" cy="646331"/>
          </a:xfrm>
          <a:prstGeom prst="rect">
            <a:avLst/>
          </a:prstGeom>
          <a:noFill/>
        </p:spPr>
        <p:txBody>
          <a:bodyPr wrap="square">
            <a:spAutoFit/>
          </a:bodyPr>
          <a:lstStyle/>
          <a:p>
            <a:r>
              <a:rPr lang="en-US"/>
              <a:t>Microsoft Viva is the employee experience platform within Microsoft 365 and Teams. Here you can find documentation, solutions, training, and resources for using Microsoft Viva.</a:t>
            </a:r>
            <a:endParaRPr lang="pl-PL"/>
          </a:p>
        </p:txBody>
      </p:sp>
      <p:graphicFrame>
        <p:nvGraphicFramePr>
          <p:cNvPr id="2" name="Tabela 1">
            <a:extLst>
              <a:ext uri="{FF2B5EF4-FFF2-40B4-BE49-F238E27FC236}">
                <a16:creationId xmlns:a16="http://schemas.microsoft.com/office/drawing/2014/main" id="{21334F84-A87D-6CF1-31BF-DD0BDCD24E51}"/>
              </a:ext>
            </a:extLst>
          </p:cNvPr>
          <p:cNvGraphicFramePr>
            <a:graphicFrameLocks noGrp="1"/>
          </p:cNvGraphicFramePr>
          <p:nvPr>
            <p:extLst>
              <p:ext uri="{D42A27DB-BD31-4B8C-83A1-F6EECF244321}">
                <p14:modId xmlns:p14="http://schemas.microsoft.com/office/powerpoint/2010/main" val="1591430098"/>
              </p:ext>
            </p:extLst>
          </p:nvPr>
        </p:nvGraphicFramePr>
        <p:xfrm>
          <a:off x="326922" y="1697467"/>
          <a:ext cx="11616810" cy="2337130"/>
        </p:xfrm>
        <a:graphic>
          <a:graphicData uri="http://schemas.openxmlformats.org/drawingml/2006/table">
            <a:tbl>
              <a:tblPr/>
              <a:tblGrid>
                <a:gridCol w="3872270">
                  <a:extLst>
                    <a:ext uri="{9D8B030D-6E8A-4147-A177-3AD203B41FA5}">
                      <a16:colId xmlns:a16="http://schemas.microsoft.com/office/drawing/2014/main" val="3930690608"/>
                    </a:ext>
                  </a:extLst>
                </a:gridCol>
                <a:gridCol w="3872270">
                  <a:extLst>
                    <a:ext uri="{9D8B030D-6E8A-4147-A177-3AD203B41FA5}">
                      <a16:colId xmlns:a16="http://schemas.microsoft.com/office/drawing/2014/main" val="3707619490"/>
                    </a:ext>
                  </a:extLst>
                </a:gridCol>
                <a:gridCol w="3872270">
                  <a:extLst>
                    <a:ext uri="{9D8B030D-6E8A-4147-A177-3AD203B41FA5}">
                      <a16:colId xmlns:a16="http://schemas.microsoft.com/office/drawing/2014/main" val="4167228863"/>
                    </a:ext>
                  </a:extLst>
                </a:gridCol>
              </a:tblGrid>
              <a:tr h="240986">
                <a:tc>
                  <a:txBody>
                    <a:bodyPr/>
                    <a:lstStyle/>
                    <a:p>
                      <a:pPr algn="ctr" fontAlgn="t"/>
                      <a:r>
                        <a:rPr lang="pl-PL" sz="1400">
                          <a:effectLst/>
                        </a:rPr>
                        <a:t>Experience</a:t>
                      </a:r>
                    </a:p>
                  </a:txBody>
                  <a:tcPr marL="70326" marR="70326" marT="35163" marB="35163">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r>
                        <a:rPr lang="pl-PL" sz="1400">
                          <a:effectLst/>
                        </a:rPr>
                        <a:t>App</a:t>
                      </a:r>
                    </a:p>
                  </a:txBody>
                  <a:tcPr marL="70326" marR="70326" marT="35163" marB="35163">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r>
                        <a:rPr lang="pl-PL" sz="1400">
                          <a:effectLst/>
                        </a:rPr>
                        <a:t>App</a:t>
                      </a:r>
                    </a:p>
                  </a:txBody>
                  <a:tcPr marL="70326" marR="70326" marT="35163" marB="35163">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4017307589"/>
                  </a:ext>
                </a:extLst>
              </a:tr>
              <a:tr h="2053444">
                <a:tc>
                  <a:txBody>
                    <a:bodyPr/>
                    <a:lstStyle/>
                    <a:p>
                      <a:pPr algn="ctr" fontAlgn="t"/>
                      <a:r>
                        <a:rPr lang="pl-PL" sz="1400" b="1">
                          <a:effectLst/>
                        </a:rPr>
                        <a:t>Employee communications and communities</a:t>
                      </a:r>
                      <a:endParaRPr lang="pl-PL" sz="1400">
                        <a:effectLst/>
                      </a:endParaRPr>
                    </a:p>
                  </a:txBody>
                  <a:tcPr marL="70326" marR="70326" marT="35163" marB="35163">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r>
                        <a:rPr lang="en-US" sz="1400">
                          <a:effectLst/>
                        </a:rPr>
                      </a:br>
                      <a:r>
                        <a:rPr lang="en-US" sz="1400" u="none" strike="noStrike">
                          <a:solidFill>
                            <a:srgbClr val="0065B3"/>
                          </a:solidFill>
                          <a:effectLst/>
                          <a:hlinkClick r:id="rId2"/>
                        </a:rPr>
                        <a:t>Viva Amplify</a:t>
                      </a:r>
                      <a:br>
                        <a:rPr lang="en-US" sz="1400">
                          <a:effectLst/>
                        </a:rPr>
                      </a:br>
                      <a:r>
                        <a:rPr lang="en-US" sz="1400">
                          <a:effectLst/>
                        </a:rPr>
                        <a:t>Centralize campaign management, publishing, and reporting to reach and engage employees.</a:t>
                      </a:r>
                      <a:br>
                        <a:rPr lang="en-US" sz="1400">
                          <a:effectLst/>
                        </a:rPr>
                      </a:br>
                      <a:br>
                        <a:rPr lang="en-US" sz="1400">
                          <a:effectLst/>
                        </a:rPr>
                      </a:br>
                      <a:br>
                        <a:rPr lang="en-US" sz="1400">
                          <a:effectLst/>
                        </a:rPr>
                      </a:br>
                      <a:r>
                        <a:rPr lang="en-US" sz="1400" u="none" strike="noStrike">
                          <a:solidFill>
                            <a:srgbClr val="0065B3"/>
                          </a:solidFill>
                          <a:effectLst/>
                          <a:hlinkClick r:id="rId3"/>
                        </a:rPr>
                        <a:t>Viva Engage</a:t>
                      </a:r>
                      <a:br>
                        <a:rPr lang="en-US" sz="1400">
                          <a:effectLst/>
                        </a:rPr>
                      </a:br>
                      <a:r>
                        <a:rPr lang="en-US" sz="1400">
                          <a:effectLst/>
                        </a:rPr>
                        <a:t>Bring people together across the organization to connect with leaders, coworkers, and communities.</a:t>
                      </a:r>
                    </a:p>
                  </a:txBody>
                  <a:tcPr marL="70326" marR="70326" marT="35163" marB="35163">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r>
                        <a:rPr lang="en-US" sz="1400">
                          <a:effectLst/>
                        </a:rPr>
                      </a:br>
                      <a:r>
                        <a:rPr lang="en-US" sz="1400" u="none" strike="noStrike">
                          <a:solidFill>
                            <a:srgbClr val="0065B3"/>
                          </a:solidFill>
                          <a:effectLst/>
                          <a:hlinkClick r:id="rId4"/>
                        </a:rPr>
                        <a:t>Viva Connections</a:t>
                      </a:r>
                      <a:br>
                        <a:rPr lang="en-US" sz="1400">
                          <a:effectLst/>
                        </a:rPr>
                      </a:br>
                      <a:r>
                        <a:rPr lang="en-US" sz="1400">
                          <a:effectLst/>
                        </a:rPr>
                        <a:t>Connect employees with tools, news, and resources through this customizable app in Microsoft Teams.</a:t>
                      </a:r>
                      <a:br>
                        <a:rPr lang="en-US" sz="1400">
                          <a:effectLst/>
                        </a:rPr>
                      </a:br>
                      <a:br>
                        <a:rPr lang="en-US" sz="1400">
                          <a:effectLst/>
                        </a:rPr>
                      </a:br>
                      <a:r>
                        <a:rPr lang="en-US" sz="1400">
                          <a:effectLst/>
                        </a:rPr>
                        <a:t>:</a:t>
                      </a:r>
                    </a:p>
                  </a:txBody>
                  <a:tcPr marL="70326" marR="70326" marT="35163" marB="35163">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715328649"/>
                  </a:ext>
                </a:extLst>
              </a:tr>
            </a:tbl>
          </a:graphicData>
        </a:graphic>
      </p:graphicFrame>
      <p:sp>
        <p:nvSpPr>
          <p:cNvPr id="4" name="AutoShape 1">
            <a:extLst>
              <a:ext uri="{FF2B5EF4-FFF2-40B4-BE49-F238E27FC236}">
                <a16:creationId xmlns:a16="http://schemas.microsoft.com/office/drawing/2014/main" id="{7CCAE17A-1136-3CA4-D091-51C62019C03A}"/>
              </a:ext>
            </a:extLst>
          </p:cNvPr>
          <p:cNvSpPr>
            <a:spLocks noChangeAspect="1" noChangeArrowheads="1"/>
          </p:cNvSpPr>
          <p:nvPr/>
        </p:nvSpPr>
        <p:spPr bwMode="auto">
          <a:xfrm>
            <a:off x="326921" y="1697783"/>
            <a:ext cx="336719" cy="33671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l-PL"/>
          </a:p>
        </p:txBody>
      </p:sp>
      <p:sp>
        <p:nvSpPr>
          <p:cNvPr id="5" name="AutoShape 2">
            <a:extLst>
              <a:ext uri="{FF2B5EF4-FFF2-40B4-BE49-F238E27FC236}">
                <a16:creationId xmlns:a16="http://schemas.microsoft.com/office/drawing/2014/main" id="{2597C4BB-BAA1-DFE3-C78F-5C97E4E749DA}"/>
              </a:ext>
            </a:extLst>
          </p:cNvPr>
          <p:cNvSpPr>
            <a:spLocks noChangeAspect="1" noChangeArrowheads="1"/>
          </p:cNvSpPr>
          <p:nvPr/>
        </p:nvSpPr>
        <p:spPr bwMode="auto">
          <a:xfrm>
            <a:off x="326921" y="1697783"/>
            <a:ext cx="336719" cy="33671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l-PL"/>
          </a:p>
        </p:txBody>
      </p:sp>
      <p:sp>
        <p:nvSpPr>
          <p:cNvPr id="7" name="AutoShape 3">
            <a:extLst>
              <a:ext uri="{FF2B5EF4-FFF2-40B4-BE49-F238E27FC236}">
                <a16:creationId xmlns:a16="http://schemas.microsoft.com/office/drawing/2014/main" id="{AEBAE6BA-E7B6-7C0D-5E9B-E57C9365C7DC}"/>
              </a:ext>
            </a:extLst>
          </p:cNvPr>
          <p:cNvSpPr>
            <a:spLocks noChangeAspect="1" noChangeArrowheads="1"/>
          </p:cNvSpPr>
          <p:nvPr/>
        </p:nvSpPr>
        <p:spPr bwMode="auto">
          <a:xfrm>
            <a:off x="326921" y="1697783"/>
            <a:ext cx="336719" cy="33671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l-PL"/>
          </a:p>
        </p:txBody>
      </p:sp>
      <p:graphicFrame>
        <p:nvGraphicFramePr>
          <p:cNvPr id="9" name="Tabela 8">
            <a:extLst>
              <a:ext uri="{FF2B5EF4-FFF2-40B4-BE49-F238E27FC236}">
                <a16:creationId xmlns:a16="http://schemas.microsoft.com/office/drawing/2014/main" id="{EE7FD4AD-D71A-1884-DA3D-3A58B08E3A2C}"/>
              </a:ext>
            </a:extLst>
          </p:cNvPr>
          <p:cNvGraphicFramePr>
            <a:graphicFrameLocks noGrp="1"/>
          </p:cNvGraphicFramePr>
          <p:nvPr>
            <p:extLst>
              <p:ext uri="{D42A27DB-BD31-4B8C-83A1-F6EECF244321}">
                <p14:modId xmlns:p14="http://schemas.microsoft.com/office/powerpoint/2010/main" val="2411874025"/>
              </p:ext>
            </p:extLst>
          </p:nvPr>
        </p:nvGraphicFramePr>
        <p:xfrm>
          <a:off x="326919" y="4058254"/>
          <a:ext cx="11616810" cy="2203926"/>
        </p:xfrm>
        <a:graphic>
          <a:graphicData uri="http://schemas.openxmlformats.org/drawingml/2006/table">
            <a:tbl>
              <a:tblPr/>
              <a:tblGrid>
                <a:gridCol w="3872270">
                  <a:extLst>
                    <a:ext uri="{9D8B030D-6E8A-4147-A177-3AD203B41FA5}">
                      <a16:colId xmlns:a16="http://schemas.microsoft.com/office/drawing/2014/main" val="2450874151"/>
                    </a:ext>
                  </a:extLst>
                </a:gridCol>
                <a:gridCol w="3872270">
                  <a:extLst>
                    <a:ext uri="{9D8B030D-6E8A-4147-A177-3AD203B41FA5}">
                      <a16:colId xmlns:a16="http://schemas.microsoft.com/office/drawing/2014/main" val="3497071243"/>
                    </a:ext>
                  </a:extLst>
                </a:gridCol>
                <a:gridCol w="3872270">
                  <a:extLst>
                    <a:ext uri="{9D8B030D-6E8A-4147-A177-3AD203B41FA5}">
                      <a16:colId xmlns:a16="http://schemas.microsoft.com/office/drawing/2014/main" val="3311661024"/>
                    </a:ext>
                  </a:extLst>
                </a:gridCol>
              </a:tblGrid>
              <a:tr h="1998417">
                <a:tc>
                  <a:txBody>
                    <a:bodyPr/>
                    <a:lstStyle/>
                    <a:p>
                      <a:pPr algn="ctr" fontAlgn="t"/>
                      <a:r>
                        <a:rPr lang="pl-PL" sz="1400" b="1">
                          <a:effectLst/>
                        </a:rPr>
                        <a:t>Workplace Analytics and Feedback</a:t>
                      </a:r>
                      <a:endParaRPr lang="pl-PL" sz="1400">
                        <a:effectLst/>
                      </a:endParaRPr>
                    </a:p>
                  </a:txBody>
                  <a:tcPr marL="70326" marR="70326" marT="35163" marB="35163">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r>
                        <a:rPr lang="en-US" sz="1400">
                          <a:effectLst/>
                        </a:rPr>
                      </a:br>
                      <a:r>
                        <a:rPr lang="en-US" sz="1400" u="none" strike="noStrike">
                          <a:solidFill>
                            <a:srgbClr val="0065B3"/>
                          </a:solidFill>
                          <a:effectLst/>
                          <a:hlinkClick r:id="rId5"/>
                        </a:rPr>
                        <a:t>Viva Insights</a:t>
                      </a:r>
                      <a:br>
                        <a:rPr lang="en-US" sz="1400">
                          <a:effectLst/>
                        </a:rPr>
                      </a:br>
                      <a:r>
                        <a:rPr lang="en-US" sz="1400">
                          <a:effectLst/>
                        </a:rPr>
                        <a:t>Improve employee productivity and well-being through data-driven insights and recommendations.</a:t>
                      </a:r>
                      <a:br>
                        <a:rPr lang="en-US" sz="1400">
                          <a:effectLst/>
                        </a:rPr>
                      </a:br>
                      <a:br>
                        <a:rPr lang="en-US" sz="1400">
                          <a:effectLst/>
                        </a:rPr>
                      </a:br>
                      <a:br>
                        <a:rPr lang="en-US" sz="1400">
                          <a:effectLst/>
                        </a:rPr>
                      </a:br>
                      <a:r>
                        <a:rPr lang="en-US" sz="1400" u="none" strike="noStrike">
                          <a:solidFill>
                            <a:srgbClr val="0065B3"/>
                          </a:solidFill>
                          <a:effectLst/>
                          <a:hlinkClick r:id="rId6"/>
                        </a:rPr>
                        <a:t>Viva Pulse</a:t>
                      </a:r>
                      <a:br>
                        <a:rPr lang="en-US" sz="1400">
                          <a:effectLst/>
                        </a:rPr>
                      </a:br>
                      <a:r>
                        <a:rPr lang="en-US" sz="1400">
                          <a:effectLst/>
                        </a:rPr>
                        <a:t>Empower leaders and managers to seek and act on feedback when it matters.</a:t>
                      </a:r>
                    </a:p>
                  </a:txBody>
                  <a:tcPr marL="70326" marR="70326" marT="35163" marB="35163">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r>
                        <a:rPr lang="en-US" sz="1400">
                          <a:effectLst/>
                        </a:rPr>
                      </a:br>
                      <a:r>
                        <a:rPr lang="en-US" sz="1400" u="none" strike="noStrike">
                          <a:solidFill>
                            <a:srgbClr val="0065B3"/>
                          </a:solidFill>
                          <a:effectLst/>
                          <a:hlinkClick r:id="rId7"/>
                        </a:rPr>
                        <a:t>Viva Glint</a:t>
                      </a:r>
                      <a:br>
                        <a:rPr lang="en-US" sz="1400">
                          <a:effectLst/>
                        </a:rPr>
                      </a:br>
                      <a:r>
                        <a:rPr lang="en-US" sz="1400">
                          <a:effectLst/>
                        </a:rPr>
                        <a:t>A "voice of the employee" solution helping organizations understand and improve employee engagement to drive business outcomes.</a:t>
                      </a:r>
                    </a:p>
                  </a:txBody>
                  <a:tcPr marL="70326" marR="70326" marT="35163" marB="35163">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774520015"/>
                  </a:ext>
                </a:extLst>
              </a:tr>
            </a:tbl>
          </a:graphicData>
        </a:graphic>
      </p:graphicFrame>
    </p:spTree>
    <p:extLst>
      <p:ext uri="{BB962C8B-B14F-4D97-AF65-F5344CB8AC3E}">
        <p14:creationId xmlns:p14="http://schemas.microsoft.com/office/powerpoint/2010/main" val="364640221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448BF4-1F07-F7D7-8335-48A9DE964EC7}"/>
            </a:ext>
          </a:extLst>
        </p:cNvPr>
        <p:cNvGrpSpPr/>
        <p:nvPr/>
      </p:nvGrpSpPr>
      <p:grpSpPr>
        <a:xfrm>
          <a:off x="0" y="0"/>
          <a:ext cx="0" cy="0"/>
          <a:chOff x="0" y="0"/>
          <a:chExt cx="0" cy="0"/>
        </a:xfrm>
      </p:grpSpPr>
      <p:sp>
        <p:nvSpPr>
          <p:cNvPr id="8" name="Tytuł 7">
            <a:extLst>
              <a:ext uri="{FF2B5EF4-FFF2-40B4-BE49-F238E27FC236}">
                <a16:creationId xmlns:a16="http://schemas.microsoft.com/office/drawing/2014/main" id="{23006760-1620-E165-9432-AF4054F409D4}"/>
              </a:ext>
            </a:extLst>
          </p:cNvPr>
          <p:cNvSpPr>
            <a:spLocks noGrp="1"/>
          </p:cNvSpPr>
          <p:nvPr>
            <p:ph type="title"/>
          </p:nvPr>
        </p:nvSpPr>
        <p:spPr>
          <a:xfrm>
            <a:off x="60385" y="293299"/>
            <a:ext cx="11533517" cy="785003"/>
          </a:xfrm>
        </p:spPr>
        <p:txBody>
          <a:bodyPr/>
          <a:lstStyle/>
          <a:p>
            <a:r>
              <a:rPr lang="pl-PL" sz="3600" err="1"/>
              <a:t>Other</a:t>
            </a:r>
            <a:r>
              <a:rPr lang="pl-PL" sz="3600"/>
              <a:t> Application – Microsoft </a:t>
            </a:r>
            <a:r>
              <a:rPr lang="pl-PL" sz="3600" err="1"/>
              <a:t>Viva</a:t>
            </a:r>
            <a:endParaRPr lang="en-US" sz="3600"/>
          </a:p>
        </p:txBody>
      </p:sp>
      <p:sp>
        <p:nvSpPr>
          <p:cNvPr id="11" name="pole tekstowe 10">
            <a:extLst>
              <a:ext uri="{FF2B5EF4-FFF2-40B4-BE49-F238E27FC236}">
                <a16:creationId xmlns:a16="http://schemas.microsoft.com/office/drawing/2014/main" id="{3D73CCE3-9A1A-6513-55DD-F843C28F3523}"/>
              </a:ext>
            </a:extLst>
          </p:cNvPr>
          <p:cNvSpPr txBox="1"/>
          <p:nvPr/>
        </p:nvSpPr>
        <p:spPr>
          <a:xfrm>
            <a:off x="248264" y="1866142"/>
            <a:ext cx="11695471" cy="646331"/>
          </a:xfrm>
          <a:prstGeom prst="rect">
            <a:avLst/>
          </a:prstGeom>
          <a:noFill/>
        </p:spPr>
        <p:txBody>
          <a:bodyPr wrap="square">
            <a:spAutoFit/>
          </a:bodyPr>
          <a:lstStyle/>
          <a:p>
            <a:r>
              <a:rPr lang="en-US"/>
              <a:t>Microsoft Viva is the employee experience platform within Microsoft 365 and Teams. Here you can find documentation, solutions, training, and resources for using Microsoft Viva.</a:t>
            </a:r>
            <a:endParaRPr lang="pl-PL"/>
          </a:p>
        </p:txBody>
      </p:sp>
      <p:sp>
        <p:nvSpPr>
          <p:cNvPr id="4" name="AutoShape 1">
            <a:extLst>
              <a:ext uri="{FF2B5EF4-FFF2-40B4-BE49-F238E27FC236}">
                <a16:creationId xmlns:a16="http://schemas.microsoft.com/office/drawing/2014/main" id="{F27DE9CC-9055-FA3B-FBD3-6FD70797BBBF}"/>
              </a:ext>
            </a:extLst>
          </p:cNvPr>
          <p:cNvSpPr>
            <a:spLocks noChangeAspect="1" noChangeArrowheads="1"/>
          </p:cNvSpPr>
          <p:nvPr/>
        </p:nvSpPr>
        <p:spPr bwMode="auto">
          <a:xfrm>
            <a:off x="326921" y="1697783"/>
            <a:ext cx="336719" cy="33671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l-PL"/>
          </a:p>
        </p:txBody>
      </p:sp>
      <p:sp>
        <p:nvSpPr>
          <p:cNvPr id="5" name="AutoShape 2">
            <a:extLst>
              <a:ext uri="{FF2B5EF4-FFF2-40B4-BE49-F238E27FC236}">
                <a16:creationId xmlns:a16="http://schemas.microsoft.com/office/drawing/2014/main" id="{10CB7B7D-6E01-E7A1-67B2-6E99C406155A}"/>
              </a:ext>
            </a:extLst>
          </p:cNvPr>
          <p:cNvSpPr>
            <a:spLocks noChangeAspect="1" noChangeArrowheads="1"/>
          </p:cNvSpPr>
          <p:nvPr/>
        </p:nvSpPr>
        <p:spPr bwMode="auto">
          <a:xfrm>
            <a:off x="326921" y="1697783"/>
            <a:ext cx="336719" cy="33671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l-PL"/>
          </a:p>
        </p:txBody>
      </p:sp>
      <p:sp>
        <p:nvSpPr>
          <p:cNvPr id="7" name="AutoShape 3">
            <a:extLst>
              <a:ext uri="{FF2B5EF4-FFF2-40B4-BE49-F238E27FC236}">
                <a16:creationId xmlns:a16="http://schemas.microsoft.com/office/drawing/2014/main" id="{240465AD-754C-2B8A-80E1-57D72CA06DEB}"/>
              </a:ext>
            </a:extLst>
          </p:cNvPr>
          <p:cNvSpPr>
            <a:spLocks noChangeAspect="1" noChangeArrowheads="1"/>
          </p:cNvSpPr>
          <p:nvPr/>
        </p:nvSpPr>
        <p:spPr bwMode="auto">
          <a:xfrm>
            <a:off x="326921" y="1697783"/>
            <a:ext cx="336719" cy="33671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l-PL"/>
          </a:p>
        </p:txBody>
      </p:sp>
      <p:graphicFrame>
        <p:nvGraphicFramePr>
          <p:cNvPr id="3" name="Tabela 2">
            <a:extLst>
              <a:ext uri="{FF2B5EF4-FFF2-40B4-BE49-F238E27FC236}">
                <a16:creationId xmlns:a16="http://schemas.microsoft.com/office/drawing/2014/main" id="{1CC2A2FE-8DF4-71EC-7D00-BD2636042801}"/>
              </a:ext>
            </a:extLst>
          </p:cNvPr>
          <p:cNvGraphicFramePr>
            <a:graphicFrameLocks noGrp="1"/>
          </p:cNvGraphicFramePr>
          <p:nvPr>
            <p:extLst>
              <p:ext uri="{D42A27DB-BD31-4B8C-83A1-F6EECF244321}">
                <p14:modId xmlns:p14="http://schemas.microsoft.com/office/powerpoint/2010/main" val="2148785723"/>
              </p:ext>
            </p:extLst>
          </p:nvPr>
        </p:nvGraphicFramePr>
        <p:xfrm>
          <a:off x="663640" y="2931520"/>
          <a:ext cx="10515600" cy="2060892"/>
        </p:xfrm>
        <a:graphic>
          <a:graphicData uri="http://schemas.openxmlformats.org/drawingml/2006/table">
            <a:tbl>
              <a:tblPr/>
              <a:tblGrid>
                <a:gridCol w="3505200">
                  <a:extLst>
                    <a:ext uri="{9D8B030D-6E8A-4147-A177-3AD203B41FA5}">
                      <a16:colId xmlns:a16="http://schemas.microsoft.com/office/drawing/2014/main" val="3883463145"/>
                    </a:ext>
                  </a:extLst>
                </a:gridCol>
                <a:gridCol w="3505200">
                  <a:extLst>
                    <a:ext uri="{9D8B030D-6E8A-4147-A177-3AD203B41FA5}">
                      <a16:colId xmlns:a16="http://schemas.microsoft.com/office/drawing/2014/main" val="1233728487"/>
                    </a:ext>
                  </a:extLst>
                </a:gridCol>
                <a:gridCol w="3505200">
                  <a:extLst>
                    <a:ext uri="{9D8B030D-6E8A-4147-A177-3AD203B41FA5}">
                      <a16:colId xmlns:a16="http://schemas.microsoft.com/office/drawing/2014/main" val="4136368441"/>
                    </a:ext>
                  </a:extLst>
                </a:gridCol>
              </a:tblGrid>
              <a:tr h="1125219">
                <a:tc>
                  <a:txBody>
                    <a:bodyPr/>
                    <a:lstStyle/>
                    <a:p>
                      <a:pPr algn="ctr" fontAlgn="t"/>
                      <a:r>
                        <a:rPr lang="pl-PL" sz="1400" b="1">
                          <a:effectLst/>
                        </a:rPr>
                        <a:t>Learning and knowledge management</a:t>
                      </a:r>
                      <a:endParaRPr lang="pl-PL" sz="1400">
                        <a:effectLst/>
                      </a:endParaRPr>
                    </a:p>
                  </a:txBody>
                  <a:tcPr marL="70326" marR="70326" marT="35163" marB="35163">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r>
                        <a:rPr lang="en-US" sz="1400">
                          <a:effectLst/>
                        </a:rPr>
                      </a:br>
                      <a:r>
                        <a:rPr lang="en-US" sz="1400" u="none" strike="noStrike">
                          <a:solidFill>
                            <a:srgbClr val="0065B3"/>
                          </a:solidFill>
                          <a:effectLst/>
                          <a:hlinkClick r:id="rId2"/>
                        </a:rPr>
                        <a:t>Viva Learning</a:t>
                      </a:r>
                      <a:br>
                        <a:rPr lang="en-US" sz="1400">
                          <a:effectLst/>
                        </a:rPr>
                      </a:br>
                      <a:r>
                        <a:rPr lang="en-US" sz="1400">
                          <a:effectLst/>
                        </a:rPr>
                        <a:t>Bring enterprise learning into the flow of work by connecting content from your organization with other sources</a:t>
                      </a:r>
                    </a:p>
                  </a:txBody>
                  <a:tcPr marL="70326" marR="70326" marT="35163" marB="35163">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endParaRPr lang="pl-PL" sz="1400">
                        <a:effectLst/>
                      </a:endParaRPr>
                    </a:p>
                  </a:txBody>
                  <a:tcPr marL="70326" marR="70326" marT="35163" marB="35163">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83509972"/>
                  </a:ext>
                </a:extLst>
              </a:tr>
              <a:tr h="914241">
                <a:tc>
                  <a:txBody>
                    <a:bodyPr/>
                    <a:lstStyle/>
                    <a:p>
                      <a:pPr algn="ctr" fontAlgn="t"/>
                      <a:r>
                        <a:rPr lang="pl-PL" sz="1400" b="1">
                          <a:effectLst/>
                        </a:rPr>
                        <a:t>Goal setting and management</a:t>
                      </a:r>
                      <a:endParaRPr lang="pl-PL" sz="1400">
                        <a:effectLst/>
                      </a:endParaRPr>
                    </a:p>
                  </a:txBody>
                  <a:tcPr marL="70326" marR="70326" marT="35163" marB="35163">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r>
                        <a:rPr lang="en-US" sz="1400">
                          <a:effectLst/>
                        </a:rPr>
                      </a:br>
                      <a:r>
                        <a:rPr lang="en-US" sz="1400" u="none" strike="noStrike">
                          <a:solidFill>
                            <a:srgbClr val="0065B3"/>
                          </a:solidFill>
                          <a:effectLst/>
                          <a:hlinkClick r:id="rId3"/>
                        </a:rPr>
                        <a:t>Viva Goals</a:t>
                      </a:r>
                      <a:br>
                        <a:rPr lang="en-US" sz="1400">
                          <a:effectLst/>
                        </a:rPr>
                      </a:br>
                      <a:r>
                        <a:rPr lang="en-US" sz="1400">
                          <a:effectLst/>
                        </a:rPr>
                        <a:t>Align teams and employees with your organization’s strategic goals and priorities.</a:t>
                      </a:r>
                    </a:p>
                  </a:txBody>
                  <a:tcPr marL="70326" marR="70326" marT="35163" marB="35163">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endParaRPr lang="pl-PL" sz="1400">
                        <a:effectLst/>
                      </a:endParaRPr>
                    </a:p>
                  </a:txBody>
                  <a:tcPr marL="70326" marR="70326" marT="35163" marB="35163">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2860095894"/>
                  </a:ext>
                </a:extLst>
              </a:tr>
            </a:tbl>
          </a:graphicData>
        </a:graphic>
      </p:graphicFrame>
      <p:sp>
        <p:nvSpPr>
          <p:cNvPr id="6" name="AutoShape 1">
            <a:extLst>
              <a:ext uri="{FF2B5EF4-FFF2-40B4-BE49-F238E27FC236}">
                <a16:creationId xmlns:a16="http://schemas.microsoft.com/office/drawing/2014/main" id="{10B83F19-4B3F-3622-00C2-7F6BF3BD59BF}"/>
              </a:ext>
            </a:extLst>
          </p:cNvPr>
          <p:cNvSpPr>
            <a:spLocks noChangeAspect="1" noChangeArrowheads="1"/>
          </p:cNvSpPr>
          <p:nvPr/>
        </p:nvSpPr>
        <p:spPr bwMode="auto">
          <a:xfrm>
            <a:off x="663640" y="325534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l-PL"/>
          </a:p>
        </p:txBody>
      </p:sp>
      <p:sp>
        <p:nvSpPr>
          <p:cNvPr id="10" name="AutoShape 2" descr="Viva Goals logo.">
            <a:extLst>
              <a:ext uri="{FF2B5EF4-FFF2-40B4-BE49-F238E27FC236}">
                <a16:creationId xmlns:a16="http://schemas.microsoft.com/office/drawing/2014/main" id="{6999DD6C-1D1E-C36E-CE3E-E7B15683D608}"/>
              </a:ext>
            </a:extLst>
          </p:cNvPr>
          <p:cNvSpPr>
            <a:spLocks noChangeAspect="1" noChangeArrowheads="1"/>
          </p:cNvSpPr>
          <p:nvPr/>
        </p:nvSpPr>
        <p:spPr bwMode="auto">
          <a:xfrm>
            <a:off x="663640" y="325534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l-PL"/>
          </a:p>
        </p:txBody>
      </p:sp>
      <p:sp>
        <p:nvSpPr>
          <p:cNvPr id="12" name="Rectangle 3">
            <a:extLst>
              <a:ext uri="{FF2B5EF4-FFF2-40B4-BE49-F238E27FC236}">
                <a16:creationId xmlns:a16="http://schemas.microsoft.com/office/drawing/2014/main" id="{A62058FA-C80E-FDD2-AEBB-DDB77DC76786}"/>
              </a:ext>
            </a:extLst>
          </p:cNvPr>
          <p:cNvSpPr>
            <a:spLocks noChangeArrowheads="1"/>
          </p:cNvSpPr>
          <p:nvPr/>
        </p:nvSpPr>
        <p:spPr bwMode="auto">
          <a:xfrm>
            <a:off x="663640" y="325534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pl-PL" altLang="pl-PL" sz="1800" b="0" i="0" u="none" strike="noStrike" cap="none" normalizeH="0" baseline="0">
                <a:ln>
                  <a:noFill/>
                </a:ln>
                <a:solidFill>
                  <a:schemeClr val="tx1"/>
                </a:solidFill>
                <a:effectLst/>
                <a:latin typeface="Arial" panose="020B0604020202020204" pitchFamily="34" charset="0"/>
              </a:rPr>
            </a:br>
            <a:endParaRPr kumimoji="0" lang="pl-PL" altLang="pl-PL"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8553907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D42C14-0319-0C2D-87A8-6D12DD397E7F}"/>
            </a:ext>
          </a:extLst>
        </p:cNvPr>
        <p:cNvGrpSpPr/>
        <p:nvPr/>
      </p:nvGrpSpPr>
      <p:grpSpPr>
        <a:xfrm>
          <a:off x="0" y="0"/>
          <a:ext cx="0" cy="0"/>
          <a:chOff x="0" y="0"/>
          <a:chExt cx="0" cy="0"/>
        </a:xfrm>
      </p:grpSpPr>
      <p:sp>
        <p:nvSpPr>
          <p:cNvPr id="8" name="Tytuł 7">
            <a:extLst>
              <a:ext uri="{FF2B5EF4-FFF2-40B4-BE49-F238E27FC236}">
                <a16:creationId xmlns:a16="http://schemas.microsoft.com/office/drawing/2014/main" id="{28F404A9-D395-9729-E268-FEE27DE9B935}"/>
              </a:ext>
            </a:extLst>
          </p:cNvPr>
          <p:cNvSpPr>
            <a:spLocks noGrp="1"/>
          </p:cNvSpPr>
          <p:nvPr>
            <p:ph type="title"/>
          </p:nvPr>
        </p:nvSpPr>
        <p:spPr>
          <a:xfrm>
            <a:off x="60385" y="293299"/>
            <a:ext cx="11533517" cy="785003"/>
          </a:xfrm>
        </p:spPr>
        <p:txBody>
          <a:bodyPr/>
          <a:lstStyle/>
          <a:p>
            <a:r>
              <a:rPr lang="pl-PL" sz="3600" err="1"/>
              <a:t>Other</a:t>
            </a:r>
            <a:r>
              <a:rPr lang="pl-PL" sz="3600"/>
              <a:t> Application – Microsoft </a:t>
            </a:r>
            <a:r>
              <a:rPr lang="pl-PL" sz="3600" err="1"/>
              <a:t>Loop</a:t>
            </a:r>
            <a:endParaRPr lang="en-US" sz="3600"/>
          </a:p>
        </p:txBody>
      </p:sp>
      <p:sp>
        <p:nvSpPr>
          <p:cNvPr id="4" name="AutoShape 1">
            <a:extLst>
              <a:ext uri="{FF2B5EF4-FFF2-40B4-BE49-F238E27FC236}">
                <a16:creationId xmlns:a16="http://schemas.microsoft.com/office/drawing/2014/main" id="{E3F98B60-51B5-1242-9E50-A5E2F6BA5845}"/>
              </a:ext>
            </a:extLst>
          </p:cNvPr>
          <p:cNvSpPr>
            <a:spLocks noChangeAspect="1" noChangeArrowheads="1"/>
          </p:cNvSpPr>
          <p:nvPr/>
        </p:nvSpPr>
        <p:spPr bwMode="auto">
          <a:xfrm>
            <a:off x="326921" y="1697783"/>
            <a:ext cx="336719" cy="33671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l-PL"/>
          </a:p>
        </p:txBody>
      </p:sp>
      <p:sp>
        <p:nvSpPr>
          <p:cNvPr id="5" name="AutoShape 2">
            <a:extLst>
              <a:ext uri="{FF2B5EF4-FFF2-40B4-BE49-F238E27FC236}">
                <a16:creationId xmlns:a16="http://schemas.microsoft.com/office/drawing/2014/main" id="{C3CCCB18-F0D4-9D5A-A580-B9D84466BA88}"/>
              </a:ext>
            </a:extLst>
          </p:cNvPr>
          <p:cNvSpPr>
            <a:spLocks noChangeAspect="1" noChangeArrowheads="1"/>
          </p:cNvSpPr>
          <p:nvPr/>
        </p:nvSpPr>
        <p:spPr bwMode="auto">
          <a:xfrm>
            <a:off x="326921" y="1697783"/>
            <a:ext cx="336719" cy="33671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l-PL"/>
          </a:p>
        </p:txBody>
      </p:sp>
      <p:sp>
        <p:nvSpPr>
          <p:cNvPr id="7" name="AutoShape 3">
            <a:extLst>
              <a:ext uri="{FF2B5EF4-FFF2-40B4-BE49-F238E27FC236}">
                <a16:creationId xmlns:a16="http://schemas.microsoft.com/office/drawing/2014/main" id="{3020116E-F1C9-6E93-3FAB-C32D340C86D3}"/>
              </a:ext>
            </a:extLst>
          </p:cNvPr>
          <p:cNvSpPr>
            <a:spLocks noChangeAspect="1" noChangeArrowheads="1"/>
          </p:cNvSpPr>
          <p:nvPr/>
        </p:nvSpPr>
        <p:spPr bwMode="auto">
          <a:xfrm>
            <a:off x="326921" y="1697783"/>
            <a:ext cx="336719" cy="33671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l-PL"/>
          </a:p>
        </p:txBody>
      </p:sp>
      <p:sp>
        <p:nvSpPr>
          <p:cNvPr id="6" name="AutoShape 1">
            <a:extLst>
              <a:ext uri="{FF2B5EF4-FFF2-40B4-BE49-F238E27FC236}">
                <a16:creationId xmlns:a16="http://schemas.microsoft.com/office/drawing/2014/main" id="{2A4586E4-CB93-31C8-2742-26D3A0FD388A}"/>
              </a:ext>
            </a:extLst>
          </p:cNvPr>
          <p:cNvSpPr>
            <a:spLocks noChangeAspect="1" noChangeArrowheads="1"/>
          </p:cNvSpPr>
          <p:nvPr/>
        </p:nvSpPr>
        <p:spPr bwMode="auto">
          <a:xfrm>
            <a:off x="663640" y="325534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l-PL"/>
          </a:p>
        </p:txBody>
      </p:sp>
      <p:sp>
        <p:nvSpPr>
          <p:cNvPr id="10" name="AutoShape 2" descr="Viva Goals logo.">
            <a:extLst>
              <a:ext uri="{FF2B5EF4-FFF2-40B4-BE49-F238E27FC236}">
                <a16:creationId xmlns:a16="http://schemas.microsoft.com/office/drawing/2014/main" id="{37E1528A-5F3A-8893-7977-D2DD5C6FD33B}"/>
              </a:ext>
            </a:extLst>
          </p:cNvPr>
          <p:cNvSpPr>
            <a:spLocks noChangeAspect="1" noChangeArrowheads="1"/>
          </p:cNvSpPr>
          <p:nvPr/>
        </p:nvSpPr>
        <p:spPr bwMode="auto">
          <a:xfrm>
            <a:off x="663640" y="325534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l-PL"/>
          </a:p>
        </p:txBody>
      </p:sp>
      <p:sp>
        <p:nvSpPr>
          <p:cNvPr id="12" name="Rectangle 3">
            <a:extLst>
              <a:ext uri="{FF2B5EF4-FFF2-40B4-BE49-F238E27FC236}">
                <a16:creationId xmlns:a16="http://schemas.microsoft.com/office/drawing/2014/main" id="{660227AC-D489-0A0F-EA3E-741AC5688B75}"/>
              </a:ext>
            </a:extLst>
          </p:cNvPr>
          <p:cNvSpPr>
            <a:spLocks noChangeArrowheads="1"/>
          </p:cNvSpPr>
          <p:nvPr/>
        </p:nvSpPr>
        <p:spPr bwMode="auto">
          <a:xfrm>
            <a:off x="663640" y="325534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pl-PL" altLang="pl-PL" sz="1800" b="0" i="0" u="none" strike="noStrike" cap="none" normalizeH="0" baseline="0">
                <a:ln>
                  <a:noFill/>
                </a:ln>
                <a:solidFill>
                  <a:schemeClr val="tx1"/>
                </a:solidFill>
                <a:effectLst/>
                <a:latin typeface="Arial" panose="020B0604020202020204" pitchFamily="34" charset="0"/>
              </a:rPr>
            </a:br>
            <a:endParaRPr kumimoji="0" lang="pl-PL" altLang="pl-PL" sz="1800" b="0" i="0" u="none" strike="noStrike" cap="none" normalizeH="0" baseline="0">
              <a:ln>
                <a:noFill/>
              </a:ln>
              <a:solidFill>
                <a:schemeClr val="tx1"/>
              </a:solidFill>
              <a:effectLst/>
              <a:latin typeface="Arial" panose="020B0604020202020204" pitchFamily="34" charset="0"/>
            </a:endParaRPr>
          </a:p>
        </p:txBody>
      </p:sp>
      <p:pic>
        <p:nvPicPr>
          <p:cNvPr id="16" name="Obraz 15" descr="Obraz zawierający Grafika, Wielobarwność, projekt graficzny, design&#10;&#10;Zawartość wygenerowana przez sztuczną inteligencję może być niepoprawna.">
            <a:extLst>
              <a:ext uri="{FF2B5EF4-FFF2-40B4-BE49-F238E27FC236}">
                <a16:creationId xmlns:a16="http://schemas.microsoft.com/office/drawing/2014/main" id="{CB7BAB41-724C-7122-14C1-1C48462E75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24086" y="0"/>
            <a:ext cx="2381863" cy="1250478"/>
          </a:xfrm>
          <a:prstGeom prst="rect">
            <a:avLst/>
          </a:prstGeom>
        </p:spPr>
      </p:pic>
      <p:pic>
        <p:nvPicPr>
          <p:cNvPr id="18" name="Obraz 17" descr="Obraz zawierający tekst, zrzut ekranu, design&#10;&#10;Zawartość wygenerowana przez sztuczną inteligencję może być niepoprawna.">
            <a:extLst>
              <a:ext uri="{FF2B5EF4-FFF2-40B4-BE49-F238E27FC236}">
                <a16:creationId xmlns:a16="http://schemas.microsoft.com/office/drawing/2014/main" id="{899E3138-FDD3-F428-C1BD-C79F9199023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65647" y="1657294"/>
            <a:ext cx="5453131" cy="3500910"/>
          </a:xfrm>
          <a:prstGeom prst="rect">
            <a:avLst/>
          </a:prstGeom>
        </p:spPr>
      </p:pic>
      <p:pic>
        <p:nvPicPr>
          <p:cNvPr id="19" name="00 StayInSyncHd_video_en-us">
            <a:hlinkClick r:id="" action="ppaction://media"/>
            <a:extLst>
              <a:ext uri="{FF2B5EF4-FFF2-40B4-BE49-F238E27FC236}">
                <a16:creationId xmlns:a16="http://schemas.microsoft.com/office/drawing/2014/main" id="{3329FD51-04EC-41CE-9F60-CC573C951097}"/>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210174" y="1371601"/>
            <a:ext cx="6245999" cy="3513375"/>
          </a:xfrm>
          <a:prstGeom prst="rect">
            <a:avLst/>
          </a:prstGeom>
        </p:spPr>
      </p:pic>
      <p:sp>
        <p:nvSpPr>
          <p:cNvPr id="21" name="pole tekstowe 20">
            <a:extLst>
              <a:ext uri="{FF2B5EF4-FFF2-40B4-BE49-F238E27FC236}">
                <a16:creationId xmlns:a16="http://schemas.microsoft.com/office/drawing/2014/main" id="{0E98402C-9A85-2B15-8635-19555B3DA649}"/>
              </a:ext>
            </a:extLst>
          </p:cNvPr>
          <p:cNvSpPr txBox="1"/>
          <p:nvPr/>
        </p:nvSpPr>
        <p:spPr>
          <a:xfrm>
            <a:off x="495280" y="5260221"/>
            <a:ext cx="11229768" cy="646331"/>
          </a:xfrm>
          <a:prstGeom prst="rect">
            <a:avLst/>
          </a:prstGeom>
          <a:noFill/>
        </p:spPr>
        <p:txBody>
          <a:bodyPr wrap="square">
            <a:spAutoFit/>
          </a:bodyPr>
          <a:lstStyle/>
          <a:p>
            <a:r>
              <a:rPr lang="en-US" b="0" i="0">
                <a:solidFill>
                  <a:srgbClr val="17253D"/>
                </a:solidFill>
                <a:effectLst/>
                <a:latin typeface="Segoe UI Variable Text" pitchFamily="2" charset="0"/>
              </a:rPr>
              <a:t>Kick off projects and work together with intelligent suggestions, page templates, and an insert menu that provides instant access to components.</a:t>
            </a:r>
            <a:endParaRPr lang="pl-PL"/>
          </a:p>
        </p:txBody>
      </p:sp>
      <p:cxnSp>
        <p:nvCxnSpPr>
          <p:cNvPr id="23" name="Łącznik prosty 22">
            <a:extLst>
              <a:ext uri="{FF2B5EF4-FFF2-40B4-BE49-F238E27FC236}">
                <a16:creationId xmlns:a16="http://schemas.microsoft.com/office/drawing/2014/main" id="{D944BD57-C18D-B75A-EC8D-67B35213DF22}"/>
              </a:ext>
            </a:extLst>
          </p:cNvPr>
          <p:cNvCxnSpPr/>
          <p:nvPr/>
        </p:nvCxnSpPr>
        <p:spPr>
          <a:xfrm>
            <a:off x="6240519" y="1250478"/>
            <a:ext cx="0" cy="3721509"/>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8988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834"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9"/>
                </p:tgtEl>
              </p:cMediaNode>
            </p:video>
            <p:seq concurrent="1" nextAc="seek">
              <p:cTn id="8" restart="whenNotActive" fill="hold" evtFilter="cancelBubble" nodeType="interactiveSeq">
                <p:stCondLst>
                  <p:cond evt="onClick" delay="0">
                    <p:tgtEl>
                      <p:spTgt spid="1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9"/>
                                        </p:tgtEl>
                                      </p:cBhvr>
                                    </p:cmd>
                                  </p:childTnLst>
                                </p:cTn>
                              </p:par>
                            </p:childTnLst>
                          </p:cTn>
                        </p:par>
                      </p:childTnLst>
                    </p:cTn>
                  </p:par>
                </p:childTnLst>
              </p:cTn>
              <p:nextCondLst>
                <p:cond evt="onClick" delay="0">
                  <p:tgtEl>
                    <p:spTgt spid="19"/>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D42C14-0319-0C2D-87A8-6D12DD397E7F}"/>
            </a:ext>
          </a:extLst>
        </p:cNvPr>
        <p:cNvGrpSpPr/>
        <p:nvPr/>
      </p:nvGrpSpPr>
      <p:grpSpPr>
        <a:xfrm>
          <a:off x="0" y="0"/>
          <a:ext cx="0" cy="0"/>
          <a:chOff x="0" y="0"/>
          <a:chExt cx="0" cy="0"/>
        </a:xfrm>
      </p:grpSpPr>
      <p:sp>
        <p:nvSpPr>
          <p:cNvPr id="8" name="Tytuł 7">
            <a:extLst>
              <a:ext uri="{FF2B5EF4-FFF2-40B4-BE49-F238E27FC236}">
                <a16:creationId xmlns:a16="http://schemas.microsoft.com/office/drawing/2014/main" id="{28F404A9-D395-9729-E268-FEE27DE9B935}"/>
              </a:ext>
            </a:extLst>
          </p:cNvPr>
          <p:cNvSpPr>
            <a:spLocks noGrp="1"/>
          </p:cNvSpPr>
          <p:nvPr>
            <p:ph type="title"/>
          </p:nvPr>
        </p:nvSpPr>
        <p:spPr>
          <a:xfrm>
            <a:off x="60385" y="293299"/>
            <a:ext cx="11533517" cy="785003"/>
          </a:xfrm>
        </p:spPr>
        <p:txBody>
          <a:bodyPr/>
          <a:lstStyle/>
          <a:p>
            <a:r>
              <a:rPr lang="pl-PL" sz="3600" err="1"/>
              <a:t>Other</a:t>
            </a:r>
            <a:r>
              <a:rPr lang="pl-PL" sz="3600"/>
              <a:t> Application – Microsoft </a:t>
            </a:r>
            <a:r>
              <a:rPr lang="pl-PL" sz="3600" err="1"/>
              <a:t>Loop</a:t>
            </a:r>
            <a:endParaRPr lang="en-US" sz="3600"/>
          </a:p>
        </p:txBody>
      </p:sp>
      <p:sp>
        <p:nvSpPr>
          <p:cNvPr id="4" name="AutoShape 1">
            <a:extLst>
              <a:ext uri="{FF2B5EF4-FFF2-40B4-BE49-F238E27FC236}">
                <a16:creationId xmlns:a16="http://schemas.microsoft.com/office/drawing/2014/main" id="{E3F98B60-51B5-1242-9E50-A5E2F6BA5845}"/>
              </a:ext>
            </a:extLst>
          </p:cNvPr>
          <p:cNvSpPr>
            <a:spLocks noChangeAspect="1" noChangeArrowheads="1"/>
          </p:cNvSpPr>
          <p:nvPr/>
        </p:nvSpPr>
        <p:spPr bwMode="auto">
          <a:xfrm>
            <a:off x="326921" y="1697783"/>
            <a:ext cx="336719" cy="33671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l-PL"/>
          </a:p>
        </p:txBody>
      </p:sp>
      <p:sp>
        <p:nvSpPr>
          <p:cNvPr id="5" name="AutoShape 2">
            <a:extLst>
              <a:ext uri="{FF2B5EF4-FFF2-40B4-BE49-F238E27FC236}">
                <a16:creationId xmlns:a16="http://schemas.microsoft.com/office/drawing/2014/main" id="{C3CCCB18-F0D4-9D5A-A580-B9D84466BA88}"/>
              </a:ext>
            </a:extLst>
          </p:cNvPr>
          <p:cNvSpPr>
            <a:spLocks noChangeAspect="1" noChangeArrowheads="1"/>
          </p:cNvSpPr>
          <p:nvPr/>
        </p:nvSpPr>
        <p:spPr bwMode="auto">
          <a:xfrm>
            <a:off x="326921" y="1697783"/>
            <a:ext cx="336719" cy="33671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l-PL"/>
          </a:p>
        </p:txBody>
      </p:sp>
      <p:sp>
        <p:nvSpPr>
          <p:cNvPr id="7" name="AutoShape 3">
            <a:extLst>
              <a:ext uri="{FF2B5EF4-FFF2-40B4-BE49-F238E27FC236}">
                <a16:creationId xmlns:a16="http://schemas.microsoft.com/office/drawing/2014/main" id="{3020116E-F1C9-6E93-3FAB-C32D340C86D3}"/>
              </a:ext>
            </a:extLst>
          </p:cNvPr>
          <p:cNvSpPr>
            <a:spLocks noChangeAspect="1" noChangeArrowheads="1"/>
          </p:cNvSpPr>
          <p:nvPr/>
        </p:nvSpPr>
        <p:spPr bwMode="auto">
          <a:xfrm>
            <a:off x="326921" y="1697783"/>
            <a:ext cx="336719" cy="336719"/>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l-PL"/>
          </a:p>
        </p:txBody>
      </p:sp>
      <p:sp>
        <p:nvSpPr>
          <p:cNvPr id="6" name="AutoShape 1">
            <a:extLst>
              <a:ext uri="{FF2B5EF4-FFF2-40B4-BE49-F238E27FC236}">
                <a16:creationId xmlns:a16="http://schemas.microsoft.com/office/drawing/2014/main" id="{2A4586E4-CB93-31C8-2742-26D3A0FD388A}"/>
              </a:ext>
            </a:extLst>
          </p:cNvPr>
          <p:cNvSpPr>
            <a:spLocks noChangeAspect="1" noChangeArrowheads="1"/>
          </p:cNvSpPr>
          <p:nvPr/>
        </p:nvSpPr>
        <p:spPr bwMode="auto">
          <a:xfrm>
            <a:off x="663640" y="325534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l-PL"/>
          </a:p>
        </p:txBody>
      </p:sp>
      <p:sp>
        <p:nvSpPr>
          <p:cNvPr id="10" name="AutoShape 2" descr="Viva Goals logo.">
            <a:extLst>
              <a:ext uri="{FF2B5EF4-FFF2-40B4-BE49-F238E27FC236}">
                <a16:creationId xmlns:a16="http://schemas.microsoft.com/office/drawing/2014/main" id="{37E1528A-5F3A-8893-7977-D2DD5C6FD33B}"/>
              </a:ext>
            </a:extLst>
          </p:cNvPr>
          <p:cNvSpPr>
            <a:spLocks noChangeAspect="1" noChangeArrowheads="1"/>
          </p:cNvSpPr>
          <p:nvPr/>
        </p:nvSpPr>
        <p:spPr bwMode="auto">
          <a:xfrm>
            <a:off x="663640" y="325534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l-PL"/>
          </a:p>
        </p:txBody>
      </p:sp>
      <p:sp>
        <p:nvSpPr>
          <p:cNvPr id="12" name="Rectangle 3">
            <a:extLst>
              <a:ext uri="{FF2B5EF4-FFF2-40B4-BE49-F238E27FC236}">
                <a16:creationId xmlns:a16="http://schemas.microsoft.com/office/drawing/2014/main" id="{660227AC-D489-0A0F-EA3E-741AC5688B75}"/>
              </a:ext>
            </a:extLst>
          </p:cNvPr>
          <p:cNvSpPr>
            <a:spLocks noChangeArrowheads="1"/>
          </p:cNvSpPr>
          <p:nvPr/>
        </p:nvSpPr>
        <p:spPr bwMode="auto">
          <a:xfrm>
            <a:off x="663640" y="325534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pl-PL" altLang="pl-PL" sz="1800" b="0" i="0" u="none" strike="noStrike" cap="none" normalizeH="0" baseline="0">
                <a:ln>
                  <a:noFill/>
                </a:ln>
                <a:solidFill>
                  <a:schemeClr val="tx1"/>
                </a:solidFill>
                <a:effectLst/>
                <a:latin typeface="Arial" panose="020B0604020202020204" pitchFamily="34" charset="0"/>
              </a:rPr>
            </a:br>
            <a:endParaRPr kumimoji="0" lang="pl-PL" altLang="pl-PL" sz="1800" b="0" i="0" u="none" strike="noStrike" cap="none" normalizeH="0" baseline="0">
              <a:ln>
                <a:noFill/>
              </a:ln>
              <a:solidFill>
                <a:schemeClr val="tx1"/>
              </a:solidFill>
              <a:effectLst/>
              <a:latin typeface="Arial" panose="020B0604020202020204" pitchFamily="34" charset="0"/>
            </a:endParaRPr>
          </a:p>
        </p:txBody>
      </p:sp>
      <p:pic>
        <p:nvPicPr>
          <p:cNvPr id="16" name="Obraz 15" descr="Obraz zawierający Grafika, Wielobarwność, projekt graficzny, design&#10;&#10;Zawartość wygenerowana przez sztuczną inteligencję może być niepoprawna.">
            <a:extLst>
              <a:ext uri="{FF2B5EF4-FFF2-40B4-BE49-F238E27FC236}">
                <a16:creationId xmlns:a16="http://schemas.microsoft.com/office/drawing/2014/main" id="{CB7BAB41-724C-7122-14C1-1C48462E75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24086" y="0"/>
            <a:ext cx="2381863" cy="1250478"/>
          </a:xfrm>
          <a:prstGeom prst="rect">
            <a:avLst/>
          </a:prstGeom>
        </p:spPr>
      </p:pic>
      <p:pic>
        <p:nvPicPr>
          <p:cNvPr id="3" name="Obraz 2">
            <a:extLst>
              <a:ext uri="{FF2B5EF4-FFF2-40B4-BE49-F238E27FC236}">
                <a16:creationId xmlns:a16="http://schemas.microsoft.com/office/drawing/2014/main" id="{AD2EB2DA-4B3A-FADB-DA0C-2FDAD8F20913}"/>
              </a:ext>
            </a:extLst>
          </p:cNvPr>
          <p:cNvPicPr>
            <a:picLocks noChangeAspect="1"/>
          </p:cNvPicPr>
          <p:nvPr/>
        </p:nvPicPr>
        <p:blipFill>
          <a:blip r:embed="rId3"/>
          <a:stretch>
            <a:fillRect/>
          </a:stretch>
        </p:blipFill>
        <p:spPr>
          <a:xfrm>
            <a:off x="4828147" y="1148197"/>
            <a:ext cx="7363853" cy="5544324"/>
          </a:xfrm>
          <a:prstGeom prst="rect">
            <a:avLst/>
          </a:prstGeom>
        </p:spPr>
      </p:pic>
      <p:sp>
        <p:nvSpPr>
          <p:cNvPr id="11" name="pole tekstowe 10">
            <a:extLst>
              <a:ext uri="{FF2B5EF4-FFF2-40B4-BE49-F238E27FC236}">
                <a16:creationId xmlns:a16="http://schemas.microsoft.com/office/drawing/2014/main" id="{7D0137F9-98B3-9E57-D977-9A1CD97E594D}"/>
              </a:ext>
            </a:extLst>
          </p:cNvPr>
          <p:cNvSpPr txBox="1"/>
          <p:nvPr/>
        </p:nvSpPr>
        <p:spPr>
          <a:xfrm>
            <a:off x="326921" y="2253587"/>
            <a:ext cx="4186085" cy="2308324"/>
          </a:xfrm>
          <a:prstGeom prst="rect">
            <a:avLst/>
          </a:prstGeom>
          <a:noFill/>
        </p:spPr>
        <p:txBody>
          <a:bodyPr wrap="square">
            <a:spAutoFit/>
          </a:bodyPr>
          <a:lstStyle/>
          <a:p>
            <a:r>
              <a:rPr lang="en-US" b="0" i="0">
                <a:solidFill>
                  <a:srgbClr val="161616"/>
                </a:solidFill>
                <a:effectLst/>
                <a:latin typeface="Segoe UI" panose="020B0502040204020203" pitchFamily="34" charset="0"/>
              </a:rPr>
              <a:t>Loop content is stored in SharePoint, OneDrive, and SharePoint Embedded,</a:t>
            </a:r>
            <a:endParaRPr lang="pl-PL" b="0" i="0">
              <a:solidFill>
                <a:srgbClr val="161616"/>
              </a:solidFill>
              <a:effectLst/>
              <a:latin typeface="Segoe UI" panose="020B0502040204020203" pitchFamily="34" charset="0"/>
            </a:endParaRPr>
          </a:p>
          <a:p>
            <a:endParaRPr lang="pl-PL">
              <a:solidFill>
                <a:srgbClr val="161616"/>
              </a:solidFill>
              <a:latin typeface="Segoe UI" panose="020B0502040204020203" pitchFamily="34" charset="0"/>
            </a:endParaRPr>
          </a:p>
          <a:p>
            <a:r>
              <a:rPr lang="en-US" b="0" i="0">
                <a:solidFill>
                  <a:srgbClr val="161616"/>
                </a:solidFill>
                <a:effectLst/>
                <a:latin typeface="Segoe UI" panose="020B0502040204020203" pitchFamily="34" charset="0"/>
              </a:rPr>
              <a:t>allowing familiar management within existing file management workflows.</a:t>
            </a:r>
            <a:endParaRPr lang="pl-PL" b="0" i="0">
              <a:solidFill>
                <a:srgbClr val="161616"/>
              </a:solidFill>
              <a:effectLst/>
              <a:latin typeface="Segoe UI" panose="020B0502040204020203" pitchFamily="34" charset="0"/>
            </a:endParaRPr>
          </a:p>
          <a:p>
            <a:r>
              <a:rPr lang="en-US" b="0" i="0">
                <a:solidFill>
                  <a:srgbClr val="161616"/>
                </a:solidFill>
                <a:effectLst/>
                <a:latin typeface="Segoe UI" panose="020B0502040204020203" pitchFamily="34" charset="0"/>
              </a:rPr>
              <a:t> </a:t>
            </a:r>
            <a:endParaRPr lang="pl-PL" b="0" i="0">
              <a:solidFill>
                <a:srgbClr val="161616"/>
              </a:solidFill>
              <a:effectLst/>
              <a:latin typeface="Segoe UI" panose="020B0502040204020203" pitchFamily="34" charset="0"/>
            </a:endParaRPr>
          </a:p>
          <a:p>
            <a:r>
              <a:rPr lang="en-US" b="0" i="0">
                <a:solidFill>
                  <a:srgbClr val="161616"/>
                </a:solidFill>
                <a:effectLst/>
                <a:latin typeface="Segoe UI" panose="020B0502040204020203" pitchFamily="34" charset="0"/>
              </a:rPr>
              <a:t>Where the content was originally created determines its storage location:</a:t>
            </a:r>
            <a:endParaRPr lang="pl-PL"/>
          </a:p>
        </p:txBody>
      </p:sp>
    </p:spTree>
    <p:extLst>
      <p:ext uri="{BB962C8B-B14F-4D97-AF65-F5344CB8AC3E}">
        <p14:creationId xmlns:p14="http://schemas.microsoft.com/office/powerpoint/2010/main" val="324100005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4CF88A-BA73-5515-7E74-F2A89C134D7C}"/>
            </a:ext>
          </a:extLst>
        </p:cNvPr>
        <p:cNvGrpSpPr/>
        <p:nvPr/>
      </p:nvGrpSpPr>
      <p:grpSpPr>
        <a:xfrm>
          <a:off x="0" y="0"/>
          <a:ext cx="0" cy="0"/>
          <a:chOff x="0" y="0"/>
          <a:chExt cx="0" cy="0"/>
        </a:xfrm>
      </p:grpSpPr>
      <p:sp>
        <p:nvSpPr>
          <p:cNvPr id="3" name="Symbol zastępczy tekstu 2">
            <a:extLst>
              <a:ext uri="{FF2B5EF4-FFF2-40B4-BE49-F238E27FC236}">
                <a16:creationId xmlns:a16="http://schemas.microsoft.com/office/drawing/2014/main" id="{E1C461AB-3ADB-A16F-1B05-8E98287BB890}"/>
              </a:ext>
            </a:extLst>
          </p:cNvPr>
          <p:cNvSpPr>
            <a:spLocks noGrp="1"/>
          </p:cNvSpPr>
          <p:nvPr>
            <p:ph type="body" sz="quarter" idx="10"/>
          </p:nvPr>
        </p:nvSpPr>
        <p:spPr>
          <a:xfrm>
            <a:off x="1760327" y="5379707"/>
            <a:ext cx="8153760" cy="914400"/>
          </a:xfrm>
        </p:spPr>
        <p:txBody>
          <a:bodyPr/>
          <a:lstStyle/>
          <a:p>
            <a:pPr marL="0" indent="0">
              <a:buNone/>
            </a:pPr>
            <a:r>
              <a:rPr lang="en-US" sz="2800"/>
              <a:t>Monitoring and </a:t>
            </a:r>
            <a:r>
              <a:rPr lang="en-US" sz="2800" err="1"/>
              <a:t>Maintaning</a:t>
            </a:r>
            <a:r>
              <a:rPr lang="en-US" sz="2800"/>
              <a:t> </a:t>
            </a:r>
            <a:r>
              <a:rPr lang="en-US" sz="2800" err="1"/>
              <a:t>Sharepoint</a:t>
            </a:r>
            <a:r>
              <a:rPr lang="en-US" sz="2800"/>
              <a:t> Online Services</a:t>
            </a:r>
            <a:endParaRPr lang="pl-PL"/>
          </a:p>
        </p:txBody>
      </p:sp>
      <p:pic>
        <p:nvPicPr>
          <p:cNvPr id="5" name="Obraz 4">
            <a:extLst>
              <a:ext uri="{FF2B5EF4-FFF2-40B4-BE49-F238E27FC236}">
                <a16:creationId xmlns:a16="http://schemas.microsoft.com/office/drawing/2014/main" id="{F00A0603-ADA2-4A07-A92A-A830DB02F12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9782" y="1705305"/>
            <a:ext cx="4514850" cy="3009900"/>
          </a:xfrm>
          <a:prstGeom prst="rect">
            <a:avLst/>
          </a:prstGeom>
        </p:spPr>
      </p:pic>
    </p:spTree>
    <p:extLst>
      <p:ext uri="{BB962C8B-B14F-4D97-AF65-F5344CB8AC3E}">
        <p14:creationId xmlns:p14="http://schemas.microsoft.com/office/powerpoint/2010/main" val="179955003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1533517" cy="785003"/>
          </a:xfrm>
        </p:spPr>
        <p:txBody>
          <a:bodyPr/>
          <a:lstStyle/>
          <a:p>
            <a:r>
              <a:rPr lang="en-US" sz="3600"/>
              <a:t>Monitoring and </a:t>
            </a:r>
            <a:r>
              <a:rPr lang="en-US" sz="3600" err="1"/>
              <a:t>Maintaning</a:t>
            </a:r>
            <a:r>
              <a:rPr lang="en-US" sz="3600"/>
              <a:t> </a:t>
            </a:r>
            <a:r>
              <a:rPr lang="en-US" sz="3600" err="1"/>
              <a:t>Sharepoint</a:t>
            </a:r>
            <a:r>
              <a:rPr lang="en-US" sz="3600"/>
              <a:t> Online Services</a:t>
            </a:r>
          </a:p>
        </p:txBody>
      </p:sp>
      <p:sp>
        <p:nvSpPr>
          <p:cNvPr id="9" name="Symbol zastępczy tekstu 8">
            <a:extLst>
              <a:ext uri="{FF2B5EF4-FFF2-40B4-BE49-F238E27FC236}">
                <a16:creationId xmlns:a16="http://schemas.microsoft.com/office/drawing/2014/main" id="{12B6E370-EABE-CA30-2460-E29445B44796}"/>
              </a:ext>
            </a:extLst>
          </p:cNvPr>
          <p:cNvSpPr>
            <a:spLocks noGrp="1"/>
          </p:cNvSpPr>
          <p:nvPr>
            <p:ph type="body" sz="quarter" idx="10"/>
          </p:nvPr>
        </p:nvSpPr>
        <p:spPr>
          <a:xfrm>
            <a:off x="209028" y="1078302"/>
            <a:ext cx="4982404" cy="5008319"/>
          </a:xfrm>
        </p:spPr>
        <p:txBody>
          <a:bodyPr/>
          <a:lstStyle/>
          <a:p>
            <a:r>
              <a:rPr lang="pl-PL"/>
              <a:t>Service </a:t>
            </a:r>
            <a:r>
              <a:rPr lang="pl-PL" err="1"/>
              <a:t>Health</a:t>
            </a:r>
            <a:r>
              <a:rPr lang="pl-PL"/>
              <a:t> </a:t>
            </a:r>
            <a:r>
              <a:rPr lang="pl-PL" err="1"/>
              <a:t>dashboard</a:t>
            </a:r>
            <a:endParaRPr lang="pl-PL"/>
          </a:p>
          <a:p>
            <a:r>
              <a:rPr lang="pl-PL"/>
              <a:t>Single </a:t>
            </a:r>
            <a:r>
              <a:rPr lang="pl-PL" err="1"/>
              <a:t>location</a:t>
            </a:r>
            <a:r>
              <a:rPr lang="pl-PL"/>
              <a:t> to </a:t>
            </a:r>
            <a:r>
              <a:rPr lang="pl-PL" err="1"/>
              <a:t>view</a:t>
            </a:r>
            <a:r>
              <a:rPr lang="pl-PL"/>
              <a:t> the status M365 services</a:t>
            </a:r>
          </a:p>
          <a:p>
            <a:r>
              <a:rPr lang="pl-PL" err="1"/>
              <a:t>Located</a:t>
            </a:r>
            <a:r>
              <a:rPr lang="pl-PL"/>
              <a:t> in M365 admin </a:t>
            </a:r>
            <a:r>
              <a:rPr lang="pl-PL" err="1"/>
              <a:t>center</a:t>
            </a:r>
            <a:endParaRPr lang="pl-PL"/>
          </a:p>
          <a:p>
            <a:pPr lvl="1"/>
            <a:r>
              <a:rPr lang="pl-PL" err="1"/>
              <a:t>Helthy</a:t>
            </a:r>
            <a:endParaRPr lang="pl-PL"/>
          </a:p>
          <a:p>
            <a:pPr lvl="1"/>
            <a:r>
              <a:rPr lang="pl-PL" err="1"/>
              <a:t>Advisory</a:t>
            </a:r>
            <a:endParaRPr lang="pl-PL"/>
          </a:p>
          <a:p>
            <a:pPr lvl="1"/>
            <a:r>
              <a:rPr lang="pl-PL" err="1"/>
              <a:t>Incident</a:t>
            </a:r>
            <a:endParaRPr lang="pl-PL"/>
          </a:p>
        </p:txBody>
      </p:sp>
      <p:pic>
        <p:nvPicPr>
          <p:cNvPr id="5" name="Obraz 4">
            <a:extLst>
              <a:ext uri="{FF2B5EF4-FFF2-40B4-BE49-F238E27FC236}">
                <a16:creationId xmlns:a16="http://schemas.microsoft.com/office/drawing/2014/main" id="{71A10587-C913-3F83-145B-7041BBFB145E}"/>
              </a:ext>
            </a:extLst>
          </p:cNvPr>
          <p:cNvPicPr>
            <a:picLocks noChangeAspect="1"/>
          </p:cNvPicPr>
          <p:nvPr/>
        </p:nvPicPr>
        <p:blipFill>
          <a:blip r:embed="rId2"/>
          <a:stretch>
            <a:fillRect/>
          </a:stretch>
        </p:blipFill>
        <p:spPr>
          <a:xfrm>
            <a:off x="5340075" y="1452286"/>
            <a:ext cx="5925377" cy="3953427"/>
          </a:xfrm>
          <a:prstGeom prst="rect">
            <a:avLst/>
          </a:prstGeom>
        </p:spPr>
      </p:pic>
    </p:spTree>
    <p:extLst>
      <p:ext uri="{BB962C8B-B14F-4D97-AF65-F5344CB8AC3E}">
        <p14:creationId xmlns:p14="http://schemas.microsoft.com/office/powerpoint/2010/main" val="155563226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1533517" cy="785003"/>
          </a:xfrm>
        </p:spPr>
        <p:txBody>
          <a:bodyPr/>
          <a:lstStyle/>
          <a:p>
            <a:r>
              <a:rPr lang="en-US" sz="3600"/>
              <a:t>Monitoring and </a:t>
            </a:r>
            <a:r>
              <a:rPr lang="en-US" sz="3600" err="1"/>
              <a:t>Maintaning</a:t>
            </a:r>
            <a:r>
              <a:rPr lang="en-US" sz="3600"/>
              <a:t> </a:t>
            </a:r>
            <a:r>
              <a:rPr lang="en-US" sz="3600" err="1"/>
              <a:t>Sharepoint</a:t>
            </a:r>
            <a:r>
              <a:rPr lang="en-US" sz="3600"/>
              <a:t> Online Services</a:t>
            </a:r>
          </a:p>
        </p:txBody>
      </p:sp>
      <p:pic>
        <p:nvPicPr>
          <p:cNvPr id="6" name="Obraz 5">
            <a:extLst>
              <a:ext uri="{FF2B5EF4-FFF2-40B4-BE49-F238E27FC236}">
                <a16:creationId xmlns:a16="http://schemas.microsoft.com/office/drawing/2014/main" id="{17AB420D-BB1A-E795-4689-D334A6AF19C5}"/>
              </a:ext>
            </a:extLst>
          </p:cNvPr>
          <p:cNvPicPr>
            <a:picLocks noChangeAspect="1"/>
          </p:cNvPicPr>
          <p:nvPr/>
        </p:nvPicPr>
        <p:blipFill>
          <a:blip r:embed="rId2"/>
          <a:stretch>
            <a:fillRect/>
          </a:stretch>
        </p:blipFill>
        <p:spPr>
          <a:xfrm>
            <a:off x="0" y="2125798"/>
            <a:ext cx="12192000" cy="2606403"/>
          </a:xfrm>
          <a:prstGeom prst="rect">
            <a:avLst/>
          </a:prstGeom>
        </p:spPr>
      </p:pic>
    </p:spTree>
    <p:extLst>
      <p:ext uri="{BB962C8B-B14F-4D97-AF65-F5344CB8AC3E}">
        <p14:creationId xmlns:p14="http://schemas.microsoft.com/office/powerpoint/2010/main" val="404240554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ytuł 7">
            <a:extLst>
              <a:ext uri="{FF2B5EF4-FFF2-40B4-BE49-F238E27FC236}">
                <a16:creationId xmlns:a16="http://schemas.microsoft.com/office/drawing/2014/main" id="{7E5838B6-23E6-7AD2-B13E-B9335395B93E}"/>
              </a:ext>
            </a:extLst>
          </p:cNvPr>
          <p:cNvSpPr>
            <a:spLocks noGrp="1"/>
          </p:cNvSpPr>
          <p:nvPr>
            <p:ph type="title"/>
          </p:nvPr>
        </p:nvSpPr>
        <p:spPr>
          <a:xfrm>
            <a:off x="60385" y="293299"/>
            <a:ext cx="11533517" cy="785003"/>
          </a:xfrm>
        </p:spPr>
        <p:txBody>
          <a:bodyPr/>
          <a:lstStyle/>
          <a:p>
            <a:r>
              <a:rPr lang="en-US" sz="3600"/>
              <a:t>Monitoring and </a:t>
            </a:r>
            <a:r>
              <a:rPr lang="en-US" sz="3600" err="1"/>
              <a:t>Maintaning</a:t>
            </a:r>
            <a:r>
              <a:rPr lang="en-US" sz="3600"/>
              <a:t> </a:t>
            </a:r>
            <a:r>
              <a:rPr lang="en-US" sz="3600" err="1"/>
              <a:t>Sharepoint</a:t>
            </a:r>
            <a:r>
              <a:rPr lang="en-US" sz="3600"/>
              <a:t> Online Services</a:t>
            </a:r>
          </a:p>
        </p:txBody>
      </p:sp>
      <p:sp>
        <p:nvSpPr>
          <p:cNvPr id="9" name="pole tekstowe 8">
            <a:extLst>
              <a:ext uri="{FF2B5EF4-FFF2-40B4-BE49-F238E27FC236}">
                <a16:creationId xmlns:a16="http://schemas.microsoft.com/office/drawing/2014/main" id="{2ACA0CC8-B32F-51D0-3FDB-EECEFB6E89C9}"/>
              </a:ext>
            </a:extLst>
          </p:cNvPr>
          <p:cNvSpPr txBox="1"/>
          <p:nvPr/>
        </p:nvSpPr>
        <p:spPr>
          <a:xfrm>
            <a:off x="60385" y="982829"/>
            <a:ext cx="12071230" cy="646331"/>
          </a:xfrm>
          <a:prstGeom prst="rect">
            <a:avLst/>
          </a:prstGeom>
          <a:noFill/>
        </p:spPr>
        <p:txBody>
          <a:bodyPr wrap="square">
            <a:spAutoFit/>
          </a:bodyPr>
          <a:lstStyle/>
          <a:p>
            <a:r>
              <a:rPr lang="en-US"/>
              <a:t>Get the latest updates on our best-in-class productivity apps and intelligent cloud services. Rethink productivity, streamline business processes, and protect your business with Microsoft 365.</a:t>
            </a:r>
            <a:endParaRPr lang="pl-PL"/>
          </a:p>
        </p:txBody>
      </p:sp>
      <p:pic>
        <p:nvPicPr>
          <p:cNvPr id="11" name="Obraz 10">
            <a:extLst>
              <a:ext uri="{FF2B5EF4-FFF2-40B4-BE49-F238E27FC236}">
                <a16:creationId xmlns:a16="http://schemas.microsoft.com/office/drawing/2014/main" id="{CE6E0909-B5B2-CCE0-F9EA-CD12CB34A5A0}"/>
              </a:ext>
            </a:extLst>
          </p:cNvPr>
          <p:cNvPicPr>
            <a:picLocks noChangeAspect="1"/>
          </p:cNvPicPr>
          <p:nvPr/>
        </p:nvPicPr>
        <p:blipFill>
          <a:blip r:embed="rId2"/>
          <a:stretch>
            <a:fillRect/>
          </a:stretch>
        </p:blipFill>
        <p:spPr>
          <a:xfrm>
            <a:off x="412955" y="1926797"/>
            <a:ext cx="10613839" cy="3539939"/>
          </a:xfrm>
          <a:prstGeom prst="rect">
            <a:avLst/>
          </a:prstGeom>
        </p:spPr>
      </p:pic>
      <p:sp>
        <p:nvSpPr>
          <p:cNvPr id="13" name="pole tekstowe 12">
            <a:extLst>
              <a:ext uri="{FF2B5EF4-FFF2-40B4-BE49-F238E27FC236}">
                <a16:creationId xmlns:a16="http://schemas.microsoft.com/office/drawing/2014/main" id="{F300D754-03FC-B96D-FFB3-E5EB8C19FF4E}"/>
              </a:ext>
            </a:extLst>
          </p:cNvPr>
          <p:cNvSpPr txBox="1"/>
          <p:nvPr/>
        </p:nvSpPr>
        <p:spPr>
          <a:xfrm>
            <a:off x="152399" y="5505839"/>
            <a:ext cx="8126361" cy="369332"/>
          </a:xfrm>
          <a:prstGeom prst="rect">
            <a:avLst/>
          </a:prstGeom>
          <a:noFill/>
        </p:spPr>
        <p:txBody>
          <a:bodyPr wrap="square">
            <a:spAutoFit/>
          </a:bodyPr>
          <a:lstStyle/>
          <a:p>
            <a:r>
              <a:rPr lang="pl-PL"/>
              <a:t>https://www.microsoft.com/en-us/microsoft-365/roadmap</a:t>
            </a:r>
          </a:p>
        </p:txBody>
      </p:sp>
    </p:spTree>
    <p:extLst>
      <p:ext uri="{BB962C8B-B14F-4D97-AF65-F5344CB8AC3E}">
        <p14:creationId xmlns:p14="http://schemas.microsoft.com/office/powerpoint/2010/main" val="79841197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ymbol zastępczy tekstu 2">
            <a:extLst>
              <a:ext uri="{FF2B5EF4-FFF2-40B4-BE49-F238E27FC236}">
                <a16:creationId xmlns:a16="http://schemas.microsoft.com/office/drawing/2014/main" id="{41A6967E-EF9E-D540-750A-56586B652A6A}"/>
              </a:ext>
            </a:extLst>
          </p:cNvPr>
          <p:cNvSpPr>
            <a:spLocks noGrp="1"/>
          </p:cNvSpPr>
          <p:nvPr>
            <p:ph type="body" sz="quarter" idx="10"/>
          </p:nvPr>
        </p:nvSpPr>
        <p:spPr>
          <a:xfrm>
            <a:off x="4147457" y="4715205"/>
            <a:ext cx="3419077" cy="914400"/>
          </a:xfrm>
        </p:spPr>
        <p:txBody>
          <a:bodyPr/>
          <a:lstStyle/>
          <a:p>
            <a:pPr marL="0" indent="0">
              <a:buNone/>
            </a:pPr>
            <a:r>
              <a:rPr lang="pl-PL" sz="2800"/>
              <a:t>Dziękuję za uwagę </a:t>
            </a:r>
            <a:r>
              <a:rPr lang="pl-PL" sz="2800">
                <a:sym typeface="Wingdings" panose="05000000000000000000" pitchFamily="2" charset="2"/>
              </a:rPr>
              <a:t></a:t>
            </a:r>
            <a:endParaRPr lang="pl-PL"/>
          </a:p>
        </p:txBody>
      </p:sp>
      <p:pic>
        <p:nvPicPr>
          <p:cNvPr id="5" name="Obraz 4">
            <a:extLst>
              <a:ext uri="{FF2B5EF4-FFF2-40B4-BE49-F238E27FC236}">
                <a16:creationId xmlns:a16="http://schemas.microsoft.com/office/drawing/2014/main" id="{FF704FE1-8340-9E21-35A5-5A5A7663D1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9782" y="1705305"/>
            <a:ext cx="4514850" cy="3009900"/>
          </a:xfrm>
          <a:prstGeom prst="rect">
            <a:avLst/>
          </a:prstGeom>
        </p:spPr>
      </p:pic>
    </p:spTree>
    <p:extLst>
      <p:ext uri="{BB962C8B-B14F-4D97-AF65-F5344CB8AC3E}">
        <p14:creationId xmlns:p14="http://schemas.microsoft.com/office/powerpoint/2010/main" val="4211707363"/>
      </p:ext>
    </p:extLst>
  </p:cSld>
  <p:clrMapOvr>
    <a:masterClrMapping/>
  </p:clrMapOvr>
</p:sld>
</file>

<file path=ppt/theme/theme1.xml><?xml version="1.0" encoding="utf-8"?>
<a:theme xmlns:a="http://schemas.openxmlformats.org/drawingml/2006/main" name="Motyw pakietu Office">
  <a:themeElements>
    <a:clrScheme name="Pakiet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Mulish V2">
      <a:majorFont>
        <a:latin typeface="Mulish Black"/>
        <a:ea typeface=""/>
        <a:cs typeface=""/>
      </a:majorFont>
      <a:minorFont>
        <a:latin typeface="Mulish"/>
        <a:ea typeface=""/>
        <a:cs typeface=""/>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zablon prezentacji All4cloud v2.2" id="{8962BA3A-A681-41D7-9A19-ABE71074DA7B}" vid="{6819B030-35D9-4837-87B3-6371ECE82960}"/>
    </a:ext>
  </a:extLst>
</a:theme>
</file>

<file path=ppt/theme/theme2.xml><?xml version="1.0" encoding="utf-8"?>
<a:theme xmlns:a="http://schemas.openxmlformats.org/drawingml/2006/main" name="1_Metro Presentation">
  <a:themeElements>
    <a:clrScheme name="New Windows Template 2">
      <a:dk1>
        <a:srgbClr val="292929"/>
      </a:dk1>
      <a:lt1>
        <a:srgbClr val="FFFFFF"/>
      </a:lt1>
      <a:dk2>
        <a:srgbClr val="072B60"/>
      </a:dk2>
      <a:lt2>
        <a:srgbClr val="EEECE1"/>
      </a:lt2>
      <a:accent1>
        <a:srgbClr val="557EB9"/>
      </a:accent1>
      <a:accent2>
        <a:srgbClr val="FFC211"/>
      </a:accent2>
      <a:accent3>
        <a:srgbClr val="6BBD46"/>
      </a:accent3>
      <a:accent4>
        <a:srgbClr val="FE5815"/>
      </a:accent4>
      <a:accent5>
        <a:srgbClr val="EB7C00"/>
      </a:accent5>
      <a:accent6>
        <a:srgbClr val="00DCFF"/>
      </a:accent6>
      <a:hlink>
        <a:srgbClr val="00B9F2"/>
      </a:hlink>
      <a:folHlink>
        <a:srgbClr val="008AB5"/>
      </a:folHlink>
    </a:clrScheme>
    <a:fontScheme name="Segoe UI">
      <a:majorFont>
        <a:latin typeface="Segoe UI"/>
        <a:ea typeface=""/>
        <a:cs typeface=""/>
      </a:majorFont>
      <a:minorFont>
        <a:latin typeface="Segoe U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headEnd type="none" w="med" len="med"/>
          <a:tailEnd type="none" w="med" len="med"/>
        </a:ln>
        <a:effectLst/>
      </a:spPr>
      <a:bodyPr vert="horz" wrap="square" lIns="91436" tIns="45718" rIns="91436" bIns="45718" numCol="1" rtlCol="0" anchor="ctr" anchorCtr="0" compatLnSpc="1">
        <a:prstTxWarp prst="textNoShape">
          <a:avLst/>
        </a:prstTxWarp>
      </a:bodyPr>
      <a:lstStyle>
        <a:defPPr algn="ctr" defTabSz="914099">
          <a:defRPr sz="2200" dirty="0" smtClean="0">
            <a:solidFill>
              <a:schemeClr val="bg1"/>
            </a:solidFill>
          </a:defRPr>
        </a:defPPr>
      </a:lstStyle>
      <a:style>
        <a:lnRef idx="1">
          <a:schemeClr val="accent1"/>
        </a:lnRef>
        <a:fillRef idx="3">
          <a:schemeClr val="accent1"/>
        </a:fillRef>
        <a:effectRef idx="2">
          <a:schemeClr val="accent1"/>
        </a:effectRef>
        <a:fontRef idx="minor">
          <a:schemeClr val="lt1"/>
        </a:fontRef>
      </a:style>
    </a:spDef>
    <a:txDef>
      <a:spPr>
        <a:noFill/>
      </a:spPr>
      <a:bodyPr wrap="square" lIns="0" tIns="0" rIns="0" bIns="0" rtlCol="0" anchor="ctr">
        <a:spAutoFit/>
      </a:bodyPr>
      <a:lstStyle>
        <a:defPPr algn="ctr">
          <a:defRPr sz="6000" dirty="0" smtClean="0">
            <a:solidFill>
              <a:schemeClr val="bg1">
                <a:alpha val="99000"/>
              </a:schemeClr>
            </a:solidFill>
          </a:defRPr>
        </a:defPPr>
      </a:lstStyle>
    </a:txDef>
  </a:objectDefaults>
  <a:extraClrSchemeLst/>
</a:theme>
</file>

<file path=ppt/theme/theme3.xml><?xml version="1.0" encoding="utf-8"?>
<a:theme xmlns:a="http://schemas.openxmlformats.org/drawingml/2006/main" name="2_Metro Presentation">
  <a:themeElements>
    <a:clrScheme name="New Windows Template 2">
      <a:dk1>
        <a:srgbClr val="292929"/>
      </a:dk1>
      <a:lt1>
        <a:srgbClr val="FFFFFF"/>
      </a:lt1>
      <a:dk2>
        <a:srgbClr val="072B60"/>
      </a:dk2>
      <a:lt2>
        <a:srgbClr val="EEECE1"/>
      </a:lt2>
      <a:accent1>
        <a:srgbClr val="557EB9"/>
      </a:accent1>
      <a:accent2>
        <a:srgbClr val="FFC211"/>
      </a:accent2>
      <a:accent3>
        <a:srgbClr val="6BBD46"/>
      </a:accent3>
      <a:accent4>
        <a:srgbClr val="FE5815"/>
      </a:accent4>
      <a:accent5>
        <a:srgbClr val="EB7C00"/>
      </a:accent5>
      <a:accent6>
        <a:srgbClr val="00DCFF"/>
      </a:accent6>
      <a:hlink>
        <a:srgbClr val="00B9F2"/>
      </a:hlink>
      <a:folHlink>
        <a:srgbClr val="008AB5"/>
      </a:folHlink>
    </a:clrScheme>
    <a:fontScheme name="Segoe UI">
      <a:majorFont>
        <a:latin typeface="Segoe UI"/>
        <a:ea typeface=""/>
        <a:cs typeface=""/>
      </a:majorFont>
      <a:minorFont>
        <a:latin typeface="Segoe U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headEnd type="none" w="med" len="med"/>
          <a:tailEnd type="none" w="med" len="med"/>
        </a:ln>
        <a:effectLst/>
      </a:spPr>
      <a:bodyPr vert="horz" wrap="square" lIns="91436" tIns="45718" rIns="91436" bIns="45718" numCol="1" rtlCol="0" anchor="ctr" anchorCtr="0" compatLnSpc="1">
        <a:prstTxWarp prst="textNoShape">
          <a:avLst/>
        </a:prstTxWarp>
      </a:bodyPr>
      <a:lstStyle>
        <a:defPPr algn="ctr" defTabSz="914099">
          <a:defRPr sz="2200" dirty="0" smtClean="0">
            <a:solidFill>
              <a:schemeClr val="bg1"/>
            </a:solidFill>
          </a:defRPr>
        </a:defPPr>
      </a:lstStyle>
      <a:style>
        <a:lnRef idx="1">
          <a:schemeClr val="accent1"/>
        </a:lnRef>
        <a:fillRef idx="3">
          <a:schemeClr val="accent1"/>
        </a:fillRef>
        <a:effectRef idx="2">
          <a:schemeClr val="accent1"/>
        </a:effectRef>
        <a:fontRef idx="minor">
          <a:schemeClr val="lt1"/>
        </a:fontRef>
      </a:style>
    </a:spDef>
    <a:txDef>
      <a:spPr>
        <a:noFill/>
      </a:spPr>
      <a:bodyPr wrap="square" lIns="0" tIns="0" rIns="0" bIns="0" rtlCol="0" anchor="ctr">
        <a:spAutoFit/>
      </a:bodyPr>
      <a:lstStyle>
        <a:defPPr algn="ctr">
          <a:defRPr sz="6000" dirty="0" smtClean="0">
            <a:solidFill>
              <a:schemeClr val="bg1">
                <a:alpha val="99000"/>
              </a:schemeClr>
            </a:solidFill>
          </a:defRPr>
        </a:defPPr>
      </a:lstStyle>
    </a:txDef>
  </a:objectDefaults>
  <a:extraClrSchemeLst/>
</a:theme>
</file>

<file path=ppt/theme/theme4.xml><?xml version="1.0" encoding="utf-8"?>
<a:theme xmlns:a="http://schemas.openxmlformats.org/drawingml/2006/main" name="Motyw pakietu Office">
  <a:themeElements>
    <a:clrScheme name="Pakiet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akiet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kument" ma:contentTypeID="0x010100D6E83C523C15094E845E41841C763521" ma:contentTypeVersion="2" ma:contentTypeDescription="Utwórz nowy dokument." ma:contentTypeScope="" ma:versionID="fb94c0354c79d912e34dfb60c0f54820">
  <xsd:schema xmlns:xsd="http://www.w3.org/2001/XMLSchema" xmlns:xs="http://www.w3.org/2001/XMLSchema" xmlns:p="http://schemas.microsoft.com/office/2006/metadata/properties" xmlns:ns2="a3ca7381-d1fa-482a-9af9-1bd160836140" targetNamespace="http://schemas.microsoft.com/office/2006/metadata/properties" ma:root="true" ma:fieldsID="50d1f37cc71ba5bc7626ad82c1dcbb18" ns2:_="">
    <xsd:import namespace="a3ca7381-d1fa-482a-9af9-1bd160836140"/>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3ca7381-d1fa-482a-9af9-1bd16083614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 zawartości"/>
        <xsd:element ref="dc:title" minOccurs="0" maxOccurs="1" ma:index="4" ma:displayName="Tytuł"/>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0597854-C0E5-446D-9057-7752C929A6B2}">
  <ds:schemaRefs>
    <ds:schemaRef ds:uri="a3ca7381-d1fa-482a-9af9-1bd16083614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A154F8F5-DC72-417A-BFD8-7622367B2AFC}">
  <ds:schemaRefs>
    <ds:schemaRef ds:uri="http://schemas.microsoft.com/sharepoint/v3/contenttype/forms"/>
  </ds:schemaRefs>
</ds:datastoreItem>
</file>

<file path=customXml/itemProps3.xml><?xml version="1.0" encoding="utf-8"?>
<ds:datastoreItem xmlns:ds="http://schemas.openxmlformats.org/officeDocument/2006/customXml" ds:itemID="{C478E242-5CD2-4749-9879-33ED3EEEBB0A}">
  <ds:schemaRefs>
    <ds:schemaRef ds:uri="a3ca7381-d1fa-482a-9af9-1bd16083614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Szablon prezentacji All4cloud v2.2</Template>
  <Application>Microsoft Office PowerPoint</Application>
  <PresentationFormat>Widescreen</PresentationFormat>
  <Slides>110</Slides>
  <Notes>2</Notes>
  <HiddenSlides>11</HiddenSlides>
  <ScaleCrop>false</ScaleCrop>
  <HeadingPairs>
    <vt:vector size="4" baseType="variant">
      <vt:variant>
        <vt:lpstr>Theme</vt:lpstr>
      </vt:variant>
      <vt:variant>
        <vt:i4>3</vt:i4>
      </vt:variant>
      <vt:variant>
        <vt:lpstr>Slide Titles</vt:lpstr>
      </vt:variant>
      <vt:variant>
        <vt:i4>110</vt:i4>
      </vt:variant>
    </vt:vector>
  </HeadingPairs>
  <TitlesOfParts>
    <vt:vector size="113" baseType="lpstr">
      <vt:lpstr>Motyw pakietu Office</vt:lpstr>
      <vt:lpstr>1_Metro Presentation</vt:lpstr>
      <vt:lpstr>2_Metro Presentation</vt:lpstr>
      <vt:lpstr>PowerPoint Presentation</vt:lpstr>
      <vt:lpstr>Agenda</vt:lpstr>
      <vt:lpstr>Agenda</vt:lpstr>
      <vt:lpstr>PowerPoint Presentation</vt:lpstr>
      <vt:lpstr>PowerPoint Presentation</vt:lpstr>
      <vt:lpstr>Sharepoint - Intro</vt:lpstr>
      <vt:lpstr>Sharepoint - Intro</vt:lpstr>
      <vt:lpstr>Sharepoint - Intro</vt:lpstr>
      <vt:lpstr>Sharepoint - Intro</vt:lpstr>
      <vt:lpstr>PowerPoint Presentation</vt:lpstr>
      <vt:lpstr>Sharepoint Administration Toolbox</vt:lpstr>
      <vt:lpstr>Sharepoint Administration Toolbox</vt:lpstr>
      <vt:lpstr>Sharepoint Administration Toolbox</vt:lpstr>
      <vt:lpstr>Sharepoint Administration Toolbox</vt:lpstr>
      <vt:lpstr>Sharepoint Administration Toolbox</vt:lpstr>
      <vt:lpstr>Sharepoint Administration Toolbox</vt:lpstr>
      <vt:lpstr>Sharepoint Administration Toolbox</vt:lpstr>
      <vt:lpstr>PowerPoint Presentation</vt:lpstr>
      <vt:lpstr>PowerPoint Presentation</vt:lpstr>
      <vt:lpstr>Planning and Configuring Site Collections and Hub Sites</vt:lpstr>
      <vt:lpstr>Planning and Configuring Site Collections and Hub Sites</vt:lpstr>
      <vt:lpstr>Planning and Configuring Site Collections and Hub Sites</vt:lpstr>
      <vt:lpstr>Planning and Configuring Site Collections and Hub Sites</vt:lpstr>
      <vt:lpstr>Planning and Configuring Site Collections and Hub Sites</vt:lpstr>
      <vt:lpstr>Planning and Configuring Site Collections and Hub Sites</vt:lpstr>
      <vt:lpstr>Planning and Configuring Site Collections and Hub Sites</vt:lpstr>
      <vt:lpstr>Planning and Configuring Site Collections and Hub Sites</vt:lpstr>
      <vt:lpstr>Planning and Configuring Site Collections and Hub Sites</vt:lpstr>
      <vt:lpstr>Planning and Configuring Site Collections and Hub Sites</vt:lpstr>
      <vt:lpstr>Groups and collaboration in Microsoft 365</vt:lpstr>
      <vt:lpstr>Planning and Configuring Site Collections and Hub Sites</vt:lpstr>
      <vt:lpstr>Different types of Groups</vt:lpstr>
      <vt:lpstr>Planning and Configuring Site Collections and Hub Sites</vt:lpstr>
      <vt:lpstr>Planning and Configuring Site Collections and Hub Sites</vt:lpstr>
      <vt:lpstr>Planning and Configuring Site Collections and Hub Sites</vt:lpstr>
      <vt:lpstr>Planning and Configuring Site Collections and Hub Sites</vt:lpstr>
      <vt:lpstr>Planning and Configuring Site Collections and Hub Sites</vt:lpstr>
      <vt:lpstr>Planning and Configuring Site Collections and Hub Sites</vt:lpstr>
      <vt:lpstr>PowerPoint Presentation</vt:lpstr>
      <vt:lpstr>PowerPoint Presentation</vt:lpstr>
      <vt:lpstr>Configuring External Sharing</vt:lpstr>
      <vt:lpstr>Configuring External Sharing</vt:lpstr>
      <vt:lpstr>Configuring External Sharing</vt:lpstr>
      <vt:lpstr>Configuring External Sharing</vt:lpstr>
      <vt:lpstr>Configuring External Sharing</vt:lpstr>
      <vt:lpstr>Configuring External Sharing</vt:lpstr>
      <vt:lpstr>Configuring External Sharing</vt:lpstr>
      <vt:lpstr>Configuring External Sharing</vt:lpstr>
      <vt:lpstr>PowerPoint Presentation</vt:lpstr>
      <vt:lpstr>PowerPoint Presentation</vt:lpstr>
      <vt:lpstr>Planning and Configuring Metadata</vt:lpstr>
      <vt:lpstr>Planning and Configuring Metadata</vt:lpstr>
      <vt:lpstr>Planning and Configuring Metadata</vt:lpstr>
      <vt:lpstr>Planning and Configuring Metadata</vt:lpstr>
      <vt:lpstr>Planning and Configuring Metadata</vt:lpstr>
      <vt:lpstr>Planning and Configuring Metadata</vt:lpstr>
      <vt:lpstr>PowerPoint Presentation</vt:lpstr>
      <vt:lpstr>PowerPoint Presentation</vt:lpstr>
      <vt:lpstr>Managing Shrepoint Online Search</vt:lpstr>
      <vt:lpstr>Managing Shrepoint Online Search</vt:lpstr>
      <vt:lpstr>PowerPoint Presentation</vt:lpstr>
      <vt:lpstr>Managing Sharepoint User Profiles</vt:lpstr>
      <vt:lpstr>PowerPoint Presentation</vt:lpstr>
      <vt:lpstr>PowerPoint Presentation</vt:lpstr>
      <vt:lpstr>Planning and Configuring Customization and Apps</vt:lpstr>
      <vt:lpstr>Planning and Configuring Customization and Apps</vt:lpstr>
      <vt:lpstr>Planning and Configuring Customization and Apps</vt:lpstr>
      <vt:lpstr>Planning and Configuring Customization and Apps</vt:lpstr>
      <vt:lpstr>Planning and Configuring Customization and Apps</vt:lpstr>
      <vt:lpstr>Planning and Configuring Customization and Apps</vt:lpstr>
      <vt:lpstr>Planning and Configuring Customization and Apps</vt:lpstr>
      <vt:lpstr>Planning and Configuring Customization and Apps</vt:lpstr>
      <vt:lpstr>PowerPoint Presentation</vt:lpstr>
      <vt:lpstr>PowerPoint Presentation</vt:lpstr>
      <vt:lpstr>Managing Other Tenant Setting</vt:lpstr>
      <vt:lpstr>Managing Other Tenant Setting</vt:lpstr>
      <vt:lpstr>Managing Other Tenant Setting</vt:lpstr>
      <vt:lpstr>Managing Other Tenant Setting – Advanced Management</vt:lpstr>
      <vt:lpstr>Managing Other Tenant Setting</vt:lpstr>
      <vt:lpstr>PowerPoint Presentation</vt:lpstr>
      <vt:lpstr>PowerPoint Presentation</vt:lpstr>
      <vt:lpstr>PowerPoint Presentation</vt:lpstr>
      <vt:lpstr>Mechanizm eDsicovery</vt:lpstr>
      <vt:lpstr>Mechanizm eDsicovery</vt:lpstr>
      <vt:lpstr>PowerPoint Presentation</vt:lpstr>
      <vt:lpstr>Built-in DLP Content Areas</vt:lpstr>
      <vt:lpstr>Data Loss Prevention in Compliance Center</vt:lpstr>
      <vt:lpstr>PowerPoint Presentation</vt:lpstr>
      <vt:lpstr>PowerPoint Presentation</vt:lpstr>
      <vt:lpstr>PowerPoint Presentation</vt:lpstr>
      <vt:lpstr>PowerPoint Presentation</vt:lpstr>
      <vt:lpstr>Managing Other Tenant Setting – Advanced management</vt:lpstr>
      <vt:lpstr>Managing Other Tenant Setting – Advanced management</vt:lpstr>
      <vt:lpstr>PowerPoint Presentation</vt:lpstr>
      <vt:lpstr>Managing Other Tenant Setting – Sharepoint Syntex</vt:lpstr>
      <vt:lpstr>Managing Other Tenant Setting – Sharepoint Syntex</vt:lpstr>
      <vt:lpstr>Managing Other Tenant Setting – Sharepoint Syntex</vt:lpstr>
      <vt:lpstr>Managing Other Tenant Setting – Sharepoint Syntex</vt:lpstr>
      <vt:lpstr>PowerPoint Presentation</vt:lpstr>
      <vt:lpstr>Other Application – Microsoft Teams and Sharepoint</vt:lpstr>
      <vt:lpstr>Other Application – Microsoft Viva</vt:lpstr>
      <vt:lpstr>Other Application – Microsoft Viva</vt:lpstr>
      <vt:lpstr>Other Application – Microsoft Viva</vt:lpstr>
      <vt:lpstr>Other Application – Microsoft Loop</vt:lpstr>
      <vt:lpstr>Other Application – Microsoft Loop</vt:lpstr>
      <vt:lpstr>PowerPoint Presentation</vt:lpstr>
      <vt:lpstr>Monitoring and Maintaning Sharepoint Online Services</vt:lpstr>
      <vt:lpstr>Monitoring and Maintaning Sharepoint Online Services</vt:lpstr>
      <vt:lpstr>Monitoring and Maintaning Sharepoint Online Services</vt:lpstr>
      <vt:lpstr>PowerPoint Presentation</vt:lpstr>
    </vt:vector>
  </TitlesOfParts>
  <Company>APN Promise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Prezentacja programu PowerPoint</dc:title>
  <dc:creator>Arkadiusz Strzezek</dc:creator>
  <cp:revision>1</cp:revision>
  <dcterms:created xsi:type="dcterms:W3CDTF">2023-01-02T09:20:00Z</dcterms:created>
  <dcterms:modified xsi:type="dcterms:W3CDTF">2025-06-11T08:51:51Z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0x010100D6E83C523C15094E845E41841C763521</vt:lpwstr>
  </property>
</Properties>
</file>